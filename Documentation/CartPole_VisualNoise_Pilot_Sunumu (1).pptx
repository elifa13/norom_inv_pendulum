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A9457-E0DD-4A6F-86EB-6B34D0E242E9}" v="3" dt="2026-08-18T07:16:55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f haney" userId="33fc40288bb30291" providerId="LiveId" clId="{7B7EDCA9-08A4-4593-A903-BBB79CCE1E0B}"/>
    <pc:docChg chg="undo custSel delSld modSld">
      <pc:chgData name="elif haney" userId="33fc40288bb30291" providerId="LiveId" clId="{7B7EDCA9-08A4-4593-A903-BBB79CCE1E0B}" dt="2026-08-18T09:06:31.889" v="468" actId="1037"/>
      <pc:docMkLst>
        <pc:docMk/>
      </pc:docMkLst>
      <pc:sldChg chg="delSp modSp mod">
        <pc:chgData name="elif haney" userId="33fc40288bb30291" providerId="LiveId" clId="{7B7EDCA9-08A4-4593-A903-BBB79CCE1E0B}" dt="2026-08-18T06:17:21.345" v="2" actId="478"/>
        <pc:sldMkLst>
          <pc:docMk/>
          <pc:sldMk cId="94217140" sldId="256"/>
        </pc:sldMkLst>
        <pc:spChg chg="del mod">
          <ac:chgData name="elif haney" userId="33fc40288bb30291" providerId="LiveId" clId="{7B7EDCA9-08A4-4593-A903-BBB79CCE1E0B}" dt="2026-08-18T06:17:21.345" v="2" actId="478"/>
          <ac:spMkLst>
            <pc:docMk/>
            <pc:sldMk cId="94217140" sldId="256"/>
            <ac:spMk id="9" creationId="{2DB792C6-4669-4AF3-8E27-26AC72DB93F0}"/>
          </ac:spMkLst>
        </pc:spChg>
      </pc:sldChg>
      <pc:sldChg chg="modSp mod">
        <pc:chgData name="elif haney" userId="33fc40288bb30291" providerId="LiveId" clId="{7B7EDCA9-08A4-4593-A903-BBB79CCE1E0B}" dt="2026-08-18T06:32:17.163" v="223" actId="27636"/>
        <pc:sldMkLst>
          <pc:docMk/>
          <pc:sldMk cId="31771444" sldId="257"/>
        </pc:sldMkLst>
        <pc:spChg chg="mod">
          <ac:chgData name="elif haney" userId="33fc40288bb30291" providerId="LiveId" clId="{7B7EDCA9-08A4-4593-A903-BBB79CCE1E0B}" dt="2026-08-18T06:32:17.163" v="222" actId="27636"/>
          <ac:spMkLst>
            <pc:docMk/>
            <pc:sldMk cId="31771444" sldId="257"/>
            <ac:spMk id="3" creationId="{931D35FB-45D3-4CFA-AF06-0C70B1A5B0E6}"/>
          </ac:spMkLst>
        </pc:spChg>
        <pc:spChg chg="mod">
          <ac:chgData name="elif haney" userId="33fc40288bb30291" providerId="LiveId" clId="{7B7EDCA9-08A4-4593-A903-BBB79CCE1E0B}" dt="2026-08-18T06:32:17.163" v="223" actId="27636"/>
          <ac:spMkLst>
            <pc:docMk/>
            <pc:sldMk cId="31771444" sldId="257"/>
            <ac:spMk id="6" creationId="{146E5301-693F-42BA-AC51-86C2D47300A6}"/>
          </ac:spMkLst>
        </pc:spChg>
      </pc:sldChg>
      <pc:sldChg chg="addSp delSp modSp mod">
        <pc:chgData name="elif haney" userId="33fc40288bb30291" providerId="LiveId" clId="{7B7EDCA9-08A4-4593-A903-BBB79CCE1E0B}" dt="2026-08-18T07:16:46.942" v="377" actId="27636"/>
        <pc:sldMkLst>
          <pc:docMk/>
          <pc:sldMk cId="49963789" sldId="258"/>
        </pc:sldMkLst>
        <pc:spChg chg="mod">
          <ac:chgData name="elif haney" userId="33fc40288bb30291" providerId="LiveId" clId="{7B7EDCA9-08A4-4593-A903-BBB79CCE1E0B}" dt="2026-08-18T07:16:46.942" v="377" actId="27636"/>
          <ac:spMkLst>
            <pc:docMk/>
            <pc:sldMk cId="49963789" sldId="258"/>
            <ac:spMk id="3" creationId="{53105D5D-1D28-4973-87E3-A5CAFF725374}"/>
          </ac:spMkLst>
        </pc:spChg>
        <pc:spChg chg="mod">
          <ac:chgData name="elif haney" userId="33fc40288bb30291" providerId="LiveId" clId="{7B7EDCA9-08A4-4593-A903-BBB79CCE1E0B}" dt="2026-08-18T06:32:16.893" v="117" actId="27636"/>
          <ac:spMkLst>
            <pc:docMk/>
            <pc:sldMk cId="49963789" sldId="258"/>
            <ac:spMk id="5" creationId="{607CC149-69B9-4E59-8B83-4AFA3CA76BD9}"/>
          </ac:spMkLst>
        </pc:spChg>
        <pc:spChg chg="mod">
          <ac:chgData name="elif haney" userId="33fc40288bb30291" providerId="LiveId" clId="{7B7EDCA9-08A4-4593-A903-BBB79CCE1E0B}" dt="2026-08-18T06:24:45.971" v="113" actId="27636"/>
          <ac:spMkLst>
            <pc:docMk/>
            <pc:sldMk cId="49963789" sldId="258"/>
            <ac:spMk id="8" creationId="{1C20C16F-84C5-401C-B2AB-0CCE25005F7B}"/>
          </ac:spMkLst>
        </pc:spChg>
        <pc:spChg chg="mod">
          <ac:chgData name="elif haney" userId="33fc40288bb30291" providerId="LiveId" clId="{7B7EDCA9-08A4-4593-A903-BBB79CCE1E0B}" dt="2026-08-18T06:32:16.893" v="116" actId="27636"/>
          <ac:spMkLst>
            <pc:docMk/>
            <pc:sldMk cId="49963789" sldId="258"/>
            <ac:spMk id="10" creationId="{75B543A5-4F4F-4F78-89D2-780D3C8C1C6C}"/>
          </ac:spMkLst>
        </pc:spChg>
        <pc:spChg chg="mod">
          <ac:chgData name="elif haney" userId="33fc40288bb30291" providerId="LiveId" clId="{7B7EDCA9-08A4-4593-A903-BBB79CCE1E0B}" dt="2026-08-18T06:21:46.923" v="71" actId="20577"/>
          <ac:spMkLst>
            <pc:docMk/>
            <pc:sldMk cId="49963789" sldId="258"/>
            <ac:spMk id="13" creationId="{0B4ECBC6-81BA-40A7-B167-D991975790C0}"/>
          </ac:spMkLst>
        </pc:spChg>
        <pc:spChg chg="mod">
          <ac:chgData name="elif haney" userId="33fc40288bb30291" providerId="LiveId" clId="{7B7EDCA9-08A4-4593-A903-BBB79CCE1E0B}" dt="2026-08-18T06:32:16.909" v="118" actId="27636"/>
          <ac:spMkLst>
            <pc:docMk/>
            <pc:sldMk cId="49963789" sldId="258"/>
            <ac:spMk id="15" creationId="{E4F358A1-E6A2-4BAB-BFD7-F11ACAEC3F31}"/>
          </ac:spMkLst>
        </pc:spChg>
        <pc:spChg chg="mod">
          <ac:chgData name="elif haney" userId="33fc40288bb30291" providerId="LiveId" clId="{7B7EDCA9-08A4-4593-A903-BBB79CCE1E0B}" dt="2026-08-18T06:32:16.881" v="114"/>
          <ac:spMkLst>
            <pc:docMk/>
            <pc:sldMk cId="49963789" sldId="258"/>
            <ac:spMk id="18" creationId="{B303C2A6-7619-4629-9132-8F7450163C4A}"/>
          </ac:spMkLst>
        </pc:spChg>
        <pc:spChg chg="add del mod">
          <ac:chgData name="elif haney" userId="33fc40288bb30291" providerId="LiveId" clId="{7B7EDCA9-08A4-4593-A903-BBB79CCE1E0B}" dt="2026-08-18T06:32:43.838" v="227" actId="478"/>
          <ac:spMkLst>
            <pc:docMk/>
            <pc:sldMk cId="49963789" sldId="258"/>
            <ac:spMk id="21" creationId="{0AC238FA-DDF2-DAB9-3B16-675098FA4BF1}"/>
          </ac:spMkLst>
        </pc:spChg>
        <pc:picChg chg="add mod">
          <ac:chgData name="elif haney" userId="33fc40288bb30291" providerId="LiveId" clId="{7B7EDCA9-08A4-4593-A903-BBB79CCE1E0B}" dt="2026-08-18T06:32:54.791" v="229" actId="1076"/>
          <ac:picMkLst>
            <pc:docMk/>
            <pc:sldMk cId="49963789" sldId="258"/>
            <ac:picMk id="23" creationId="{F0CA3824-4604-A79C-688A-70899CE68A0D}"/>
          </ac:picMkLst>
        </pc:picChg>
      </pc:sldChg>
      <pc:sldChg chg="modSp mod">
        <pc:chgData name="elif haney" userId="33fc40288bb30291" providerId="LiveId" clId="{7B7EDCA9-08A4-4593-A903-BBB79CCE1E0B}" dt="2026-08-18T07:16:46.958" v="379" actId="27636"/>
        <pc:sldMkLst>
          <pc:docMk/>
          <pc:sldMk cId="795709784" sldId="259"/>
        </pc:sldMkLst>
        <pc:spChg chg="mod">
          <ac:chgData name="elif haney" userId="33fc40288bb30291" providerId="LiveId" clId="{7B7EDCA9-08A4-4593-A903-BBB79CCE1E0B}" dt="2026-08-18T07:16:46.958" v="378" actId="27636"/>
          <ac:spMkLst>
            <pc:docMk/>
            <pc:sldMk cId="795709784" sldId="259"/>
            <ac:spMk id="3" creationId="{C177BEC8-F662-404D-ACAF-DAE29B74B70B}"/>
          </ac:spMkLst>
        </pc:spChg>
        <pc:spChg chg="mod">
          <ac:chgData name="elif haney" userId="33fc40288bb30291" providerId="LiveId" clId="{7B7EDCA9-08A4-4593-A903-BBB79CCE1E0B}" dt="2026-08-18T06:32:16.909" v="119" actId="27636"/>
          <ac:spMkLst>
            <pc:docMk/>
            <pc:sldMk cId="795709784" sldId="259"/>
            <ac:spMk id="10" creationId="{CDDF6989-94D0-48C9-80D4-EADFA5F973F3}"/>
          </ac:spMkLst>
        </pc:spChg>
        <pc:spChg chg="mod">
          <ac:chgData name="elif haney" userId="33fc40288bb30291" providerId="LiveId" clId="{7B7EDCA9-08A4-4593-A903-BBB79CCE1E0B}" dt="2026-08-18T06:32:16.909" v="121" actId="27636"/>
          <ac:spMkLst>
            <pc:docMk/>
            <pc:sldMk cId="795709784" sldId="259"/>
            <ac:spMk id="12" creationId="{A02EBB43-FDCA-46FA-8EE6-2AD73466F668}"/>
          </ac:spMkLst>
        </pc:spChg>
        <pc:spChg chg="mod">
          <ac:chgData name="elif haney" userId="33fc40288bb30291" providerId="LiveId" clId="{7B7EDCA9-08A4-4593-A903-BBB79CCE1E0B}" dt="2026-08-18T07:16:46.958" v="379" actId="27636"/>
          <ac:spMkLst>
            <pc:docMk/>
            <pc:sldMk cId="795709784" sldId="259"/>
            <ac:spMk id="15" creationId="{BC3BE556-8A1B-4A51-AEE5-45C4DCCE1965}"/>
          </ac:spMkLst>
        </pc:spChg>
      </pc:sldChg>
      <pc:sldChg chg="modSp mod">
        <pc:chgData name="elif haney" userId="33fc40288bb30291" providerId="LiveId" clId="{7B7EDCA9-08A4-4593-A903-BBB79CCE1E0B}" dt="2026-08-18T07:16:46.958" v="380" actId="27636"/>
        <pc:sldMkLst>
          <pc:docMk/>
          <pc:sldMk cId="1680237202" sldId="260"/>
        </pc:sldMkLst>
        <pc:spChg chg="mod">
          <ac:chgData name="elif haney" userId="33fc40288bb30291" providerId="LiveId" clId="{7B7EDCA9-08A4-4593-A903-BBB79CCE1E0B}" dt="2026-08-18T07:16:46.958" v="380" actId="27636"/>
          <ac:spMkLst>
            <pc:docMk/>
            <pc:sldMk cId="1680237202" sldId="260"/>
            <ac:spMk id="3" creationId="{10F99A0E-33F9-4B4E-9C54-2DD62904ECA7}"/>
          </ac:spMkLst>
        </pc:spChg>
        <pc:spChg chg="mod">
          <ac:chgData name="elif haney" userId="33fc40288bb30291" providerId="LiveId" clId="{7B7EDCA9-08A4-4593-A903-BBB79CCE1E0B}" dt="2026-08-18T06:32:16.942" v="133" actId="27636"/>
          <ac:spMkLst>
            <pc:docMk/>
            <pc:sldMk cId="1680237202" sldId="260"/>
            <ac:spMk id="5" creationId="{FA3E34A2-75E2-4C90-AB3B-A8F38356C633}"/>
          </ac:spMkLst>
        </pc:spChg>
        <pc:spChg chg="mod">
          <ac:chgData name="elif haney" userId="33fc40288bb30291" providerId="LiveId" clId="{7B7EDCA9-08A4-4593-A903-BBB79CCE1E0B}" dt="2026-08-18T06:32:16.926" v="125" actId="27636"/>
          <ac:spMkLst>
            <pc:docMk/>
            <pc:sldMk cId="1680237202" sldId="260"/>
            <ac:spMk id="7" creationId="{A1011D66-C9A1-4A8C-B4FE-8F20ACF7FA03}"/>
          </ac:spMkLst>
        </pc:spChg>
        <pc:spChg chg="mod">
          <ac:chgData name="elif haney" userId="33fc40288bb30291" providerId="LiveId" clId="{7B7EDCA9-08A4-4593-A903-BBB79CCE1E0B}" dt="2026-08-18T06:32:16.973" v="146" actId="27636"/>
          <ac:spMkLst>
            <pc:docMk/>
            <pc:sldMk cId="1680237202" sldId="260"/>
            <ac:spMk id="9" creationId="{59A64EB7-8F3D-4130-8C88-6F37C82DAEC1}"/>
          </ac:spMkLst>
        </pc:spChg>
        <pc:spChg chg="mod">
          <ac:chgData name="elif haney" userId="33fc40288bb30291" providerId="LiveId" clId="{7B7EDCA9-08A4-4593-A903-BBB79CCE1E0B}" dt="2026-08-18T06:32:16.942" v="132" actId="27636"/>
          <ac:spMkLst>
            <pc:docMk/>
            <pc:sldMk cId="1680237202" sldId="260"/>
            <ac:spMk id="10" creationId="{4178A12E-2BEA-4EC6-B345-53A931F99E4D}"/>
          </ac:spMkLst>
        </pc:spChg>
        <pc:spChg chg="mod">
          <ac:chgData name="elif haney" userId="33fc40288bb30291" providerId="LiveId" clId="{7B7EDCA9-08A4-4593-A903-BBB79CCE1E0B}" dt="2026-08-18T06:32:16.957" v="136" actId="27636"/>
          <ac:spMkLst>
            <pc:docMk/>
            <pc:sldMk cId="1680237202" sldId="260"/>
            <ac:spMk id="11" creationId="{CE8D2D6F-82D3-4DC3-8624-6E3355C497DD}"/>
          </ac:spMkLst>
        </pc:spChg>
        <pc:spChg chg="mod">
          <ac:chgData name="elif haney" userId="33fc40288bb30291" providerId="LiveId" clId="{7B7EDCA9-08A4-4593-A903-BBB79CCE1E0B}" dt="2026-08-18T06:32:16.942" v="127" actId="27636"/>
          <ac:spMkLst>
            <pc:docMk/>
            <pc:sldMk cId="1680237202" sldId="260"/>
            <ac:spMk id="12" creationId="{55F803BD-8B41-4531-869B-235CB3414966}"/>
          </ac:spMkLst>
        </pc:spChg>
        <pc:spChg chg="mod">
          <ac:chgData name="elif haney" userId="33fc40288bb30291" providerId="LiveId" clId="{7B7EDCA9-08A4-4593-A903-BBB79CCE1E0B}" dt="2026-08-18T06:32:16.960" v="141" actId="27636"/>
          <ac:spMkLst>
            <pc:docMk/>
            <pc:sldMk cId="1680237202" sldId="260"/>
            <ac:spMk id="14" creationId="{FE7E8CA6-AC34-4EEA-8EF7-F7407093AF5E}"/>
          </ac:spMkLst>
        </pc:spChg>
        <pc:spChg chg="mod">
          <ac:chgData name="elif haney" userId="33fc40288bb30291" providerId="LiveId" clId="{7B7EDCA9-08A4-4593-A903-BBB79CCE1E0B}" dt="2026-08-18T06:32:16.960" v="139" actId="27636"/>
          <ac:spMkLst>
            <pc:docMk/>
            <pc:sldMk cId="1680237202" sldId="260"/>
            <ac:spMk id="15" creationId="{4E5A9AF9-B9BE-4093-A782-9A36ED7B733B}"/>
          </ac:spMkLst>
        </pc:spChg>
        <pc:spChg chg="mod">
          <ac:chgData name="elif haney" userId="33fc40288bb30291" providerId="LiveId" clId="{7B7EDCA9-08A4-4593-A903-BBB79CCE1E0B}" dt="2026-08-18T06:32:16.960" v="144" actId="27636"/>
          <ac:spMkLst>
            <pc:docMk/>
            <pc:sldMk cId="1680237202" sldId="260"/>
            <ac:spMk id="16" creationId="{39779F66-62AC-4277-B9C5-53F96EE50A78}"/>
          </ac:spMkLst>
        </pc:spChg>
        <pc:spChg chg="mod">
          <ac:chgData name="elif haney" userId="33fc40288bb30291" providerId="LiveId" clId="{7B7EDCA9-08A4-4593-A903-BBB79CCE1E0B}" dt="2026-08-18T06:32:16.960" v="140" actId="27636"/>
          <ac:spMkLst>
            <pc:docMk/>
            <pc:sldMk cId="1680237202" sldId="260"/>
            <ac:spMk id="18" creationId="{B1401C81-4C7C-42AE-86C3-949D82DEE7F4}"/>
          </ac:spMkLst>
        </pc:spChg>
        <pc:spChg chg="mod">
          <ac:chgData name="elif haney" userId="33fc40288bb30291" providerId="LiveId" clId="{7B7EDCA9-08A4-4593-A903-BBB79CCE1E0B}" dt="2026-08-18T06:32:16.942" v="128" actId="27636"/>
          <ac:spMkLst>
            <pc:docMk/>
            <pc:sldMk cId="1680237202" sldId="260"/>
            <ac:spMk id="19" creationId="{11777DAA-3AB0-47A6-9494-6A8B79C03800}"/>
          </ac:spMkLst>
        </pc:spChg>
        <pc:spChg chg="mod">
          <ac:chgData name="elif haney" userId="33fc40288bb30291" providerId="LiveId" clId="{7B7EDCA9-08A4-4593-A903-BBB79CCE1E0B}" dt="2026-08-18T06:32:16.926" v="126" actId="27636"/>
          <ac:spMkLst>
            <pc:docMk/>
            <pc:sldMk cId="1680237202" sldId="260"/>
            <ac:spMk id="20" creationId="{164C59C7-2F3E-4556-9AD3-69DDAFFF5E80}"/>
          </ac:spMkLst>
        </pc:spChg>
        <pc:spChg chg="mod">
          <ac:chgData name="elif haney" userId="33fc40288bb30291" providerId="LiveId" clId="{7B7EDCA9-08A4-4593-A903-BBB79CCE1E0B}" dt="2026-08-18T06:32:16.926" v="123" actId="27636"/>
          <ac:spMkLst>
            <pc:docMk/>
            <pc:sldMk cId="1680237202" sldId="260"/>
            <ac:spMk id="22" creationId="{2F9B820B-9553-4453-BD77-9D8DC4EFE88F}"/>
          </ac:spMkLst>
        </pc:spChg>
        <pc:spChg chg="mod">
          <ac:chgData name="elif haney" userId="33fc40288bb30291" providerId="LiveId" clId="{7B7EDCA9-08A4-4593-A903-BBB79CCE1E0B}" dt="2026-08-18T06:32:16.973" v="147" actId="27636"/>
          <ac:spMkLst>
            <pc:docMk/>
            <pc:sldMk cId="1680237202" sldId="260"/>
            <ac:spMk id="23" creationId="{3F78F3BB-BE69-4A03-BF66-937F0349FAB4}"/>
          </ac:spMkLst>
        </pc:spChg>
        <pc:spChg chg="mod">
          <ac:chgData name="elif haney" userId="33fc40288bb30291" providerId="LiveId" clId="{7B7EDCA9-08A4-4593-A903-BBB79CCE1E0B}" dt="2026-08-18T06:32:16.960" v="145" actId="27636"/>
          <ac:spMkLst>
            <pc:docMk/>
            <pc:sldMk cId="1680237202" sldId="260"/>
            <ac:spMk id="24" creationId="{23EFDB5A-A210-4212-AC91-510B06C44D0B}"/>
          </ac:spMkLst>
        </pc:spChg>
        <pc:spChg chg="mod">
          <ac:chgData name="elif haney" userId="33fc40288bb30291" providerId="LiveId" clId="{7B7EDCA9-08A4-4593-A903-BBB79CCE1E0B}" dt="2026-08-18T06:32:16.926" v="124" actId="27636"/>
          <ac:spMkLst>
            <pc:docMk/>
            <pc:sldMk cId="1680237202" sldId="260"/>
            <ac:spMk id="26" creationId="{97BB634C-B97F-423C-996F-FFE237444F69}"/>
          </ac:spMkLst>
        </pc:spChg>
        <pc:spChg chg="mod">
          <ac:chgData name="elif haney" userId="33fc40288bb30291" providerId="LiveId" clId="{7B7EDCA9-08A4-4593-A903-BBB79CCE1E0B}" dt="2026-08-18T06:32:16.942" v="135" actId="27636"/>
          <ac:spMkLst>
            <pc:docMk/>
            <pc:sldMk cId="1680237202" sldId="260"/>
            <ac:spMk id="27" creationId="{7DF1328E-31B8-49BE-95FC-12A6F63B0C11}"/>
          </ac:spMkLst>
        </pc:spChg>
        <pc:spChg chg="mod">
          <ac:chgData name="elif haney" userId="33fc40288bb30291" providerId="LiveId" clId="{7B7EDCA9-08A4-4593-A903-BBB79CCE1E0B}" dt="2026-08-18T06:32:16.960" v="143" actId="27636"/>
          <ac:spMkLst>
            <pc:docMk/>
            <pc:sldMk cId="1680237202" sldId="260"/>
            <ac:spMk id="28" creationId="{687D9F7F-E1BB-46E0-86D5-75E71D352D65}"/>
          </ac:spMkLst>
        </pc:spChg>
        <pc:spChg chg="mod">
          <ac:chgData name="elif haney" userId="33fc40288bb30291" providerId="LiveId" clId="{7B7EDCA9-08A4-4593-A903-BBB79CCE1E0B}" dt="2026-08-18T06:32:16.957" v="137" actId="27636"/>
          <ac:spMkLst>
            <pc:docMk/>
            <pc:sldMk cId="1680237202" sldId="260"/>
            <ac:spMk id="30" creationId="{E2F4141A-7E03-46EA-A054-1989B63D373B}"/>
          </ac:spMkLst>
        </pc:spChg>
        <pc:spChg chg="mod">
          <ac:chgData name="elif haney" userId="33fc40288bb30291" providerId="LiveId" clId="{7B7EDCA9-08A4-4593-A903-BBB79CCE1E0B}" dt="2026-08-18T06:32:16.942" v="129" actId="27636"/>
          <ac:spMkLst>
            <pc:docMk/>
            <pc:sldMk cId="1680237202" sldId="260"/>
            <ac:spMk id="31" creationId="{7D057621-2C1C-4C55-A80D-514AEB5CD61B}"/>
          </ac:spMkLst>
        </pc:spChg>
        <pc:spChg chg="mod">
          <ac:chgData name="elif haney" userId="33fc40288bb30291" providerId="LiveId" clId="{7B7EDCA9-08A4-4593-A903-BBB79CCE1E0B}" dt="2026-08-18T06:32:16.960" v="138" actId="27636"/>
          <ac:spMkLst>
            <pc:docMk/>
            <pc:sldMk cId="1680237202" sldId="260"/>
            <ac:spMk id="32" creationId="{33E8B3B7-4670-4C26-9BF8-E3E30060EA1A}"/>
          </ac:spMkLst>
        </pc:spChg>
        <pc:spChg chg="mod">
          <ac:chgData name="elif haney" userId="33fc40288bb30291" providerId="LiveId" clId="{7B7EDCA9-08A4-4593-A903-BBB79CCE1E0B}" dt="2026-08-18T06:32:16.942" v="131" actId="27636"/>
          <ac:spMkLst>
            <pc:docMk/>
            <pc:sldMk cId="1680237202" sldId="260"/>
            <ac:spMk id="34" creationId="{437EE018-94E5-47B5-9791-07B4AD7954DB}"/>
          </ac:spMkLst>
        </pc:spChg>
        <pc:spChg chg="mod">
          <ac:chgData name="elif haney" userId="33fc40288bb30291" providerId="LiveId" clId="{7B7EDCA9-08A4-4593-A903-BBB79CCE1E0B}" dt="2026-08-18T06:32:16.942" v="134" actId="27636"/>
          <ac:spMkLst>
            <pc:docMk/>
            <pc:sldMk cId="1680237202" sldId="260"/>
            <ac:spMk id="35" creationId="{706197AF-CAB1-40D4-B9F9-24D95CDCE631}"/>
          </ac:spMkLst>
        </pc:spChg>
        <pc:spChg chg="mod">
          <ac:chgData name="elif haney" userId="33fc40288bb30291" providerId="LiveId" clId="{7B7EDCA9-08A4-4593-A903-BBB79CCE1E0B}" dt="2026-08-18T06:32:16.942" v="130" actId="27636"/>
          <ac:spMkLst>
            <pc:docMk/>
            <pc:sldMk cId="1680237202" sldId="260"/>
            <ac:spMk id="36" creationId="{C62C3097-624E-4ECF-83FA-C6A7649975D2}"/>
          </ac:spMkLst>
        </pc:spChg>
      </pc:sldChg>
      <pc:sldChg chg="modSp mod">
        <pc:chgData name="elif haney" userId="33fc40288bb30291" providerId="LiveId" clId="{7B7EDCA9-08A4-4593-A903-BBB79CCE1E0B}" dt="2026-08-18T07:16:46.974" v="382" actId="27636"/>
        <pc:sldMkLst>
          <pc:docMk/>
          <pc:sldMk cId="1097857299" sldId="261"/>
        </pc:sldMkLst>
        <pc:spChg chg="mod">
          <ac:chgData name="elif haney" userId="33fc40288bb30291" providerId="LiveId" clId="{7B7EDCA9-08A4-4593-A903-BBB79CCE1E0B}" dt="2026-08-18T07:16:46.974" v="381" actId="27636"/>
          <ac:spMkLst>
            <pc:docMk/>
            <pc:sldMk cId="1097857299" sldId="261"/>
            <ac:spMk id="3" creationId="{FABE141E-F4F5-4054-AE6C-9C618DB080D5}"/>
          </ac:spMkLst>
        </pc:spChg>
        <pc:spChg chg="mod">
          <ac:chgData name="elif haney" userId="33fc40288bb30291" providerId="LiveId" clId="{7B7EDCA9-08A4-4593-A903-BBB79CCE1E0B}" dt="2026-08-18T06:32:16.973" v="150" actId="27636"/>
          <ac:spMkLst>
            <pc:docMk/>
            <pc:sldMk cId="1097857299" sldId="261"/>
            <ac:spMk id="5" creationId="{FDC1236F-10F0-438E-8A4D-010C7A918A3A}"/>
          </ac:spMkLst>
        </pc:spChg>
        <pc:spChg chg="mod">
          <ac:chgData name="elif haney" userId="33fc40288bb30291" providerId="LiveId" clId="{7B7EDCA9-08A4-4593-A903-BBB79CCE1E0B}" dt="2026-08-18T06:32:16.989" v="155" actId="27636"/>
          <ac:spMkLst>
            <pc:docMk/>
            <pc:sldMk cId="1097857299" sldId="261"/>
            <ac:spMk id="8" creationId="{F3E3CD21-55B0-4ED1-83CD-FA15C4127709}"/>
          </ac:spMkLst>
        </pc:spChg>
        <pc:spChg chg="mod">
          <ac:chgData name="elif haney" userId="33fc40288bb30291" providerId="LiveId" clId="{7B7EDCA9-08A4-4593-A903-BBB79CCE1E0B}" dt="2026-08-18T06:32:16.989" v="157" actId="27636"/>
          <ac:spMkLst>
            <pc:docMk/>
            <pc:sldMk cId="1097857299" sldId="261"/>
            <ac:spMk id="11" creationId="{E048FC7C-578E-4331-9176-465429883F85}"/>
          </ac:spMkLst>
        </pc:spChg>
        <pc:spChg chg="mod">
          <ac:chgData name="elif haney" userId="33fc40288bb30291" providerId="LiveId" clId="{7B7EDCA9-08A4-4593-A903-BBB79CCE1E0B}" dt="2026-08-18T07:16:46.974" v="382" actId="27636"/>
          <ac:spMkLst>
            <pc:docMk/>
            <pc:sldMk cId="1097857299" sldId="261"/>
            <ac:spMk id="13" creationId="{61064BDF-793E-48AA-BDEC-AB8CE5AABCE4}"/>
          </ac:spMkLst>
        </pc:spChg>
        <pc:spChg chg="mod">
          <ac:chgData name="elif haney" userId="33fc40288bb30291" providerId="LiveId" clId="{7B7EDCA9-08A4-4593-A903-BBB79CCE1E0B}" dt="2026-08-18T06:32:16.989" v="152" actId="27636"/>
          <ac:spMkLst>
            <pc:docMk/>
            <pc:sldMk cId="1097857299" sldId="261"/>
            <ac:spMk id="15" creationId="{FCFC5B20-1A80-4A33-8E91-9402F712A805}"/>
          </ac:spMkLst>
        </pc:spChg>
        <pc:spChg chg="mod">
          <ac:chgData name="elif haney" userId="33fc40288bb30291" providerId="LiveId" clId="{7B7EDCA9-08A4-4593-A903-BBB79CCE1E0B}" dt="2026-08-18T06:32:16.989" v="153" actId="27636"/>
          <ac:spMkLst>
            <pc:docMk/>
            <pc:sldMk cId="1097857299" sldId="261"/>
            <ac:spMk id="17" creationId="{FC52635F-7A70-4451-B9BB-3F788CBA56E4}"/>
          </ac:spMkLst>
        </pc:spChg>
        <pc:spChg chg="mod">
          <ac:chgData name="elif haney" userId="33fc40288bb30291" providerId="LiveId" clId="{7B7EDCA9-08A4-4593-A903-BBB79CCE1E0B}" dt="2026-08-18T06:32:16.973" v="151" actId="27636"/>
          <ac:spMkLst>
            <pc:docMk/>
            <pc:sldMk cId="1097857299" sldId="261"/>
            <ac:spMk id="19" creationId="{4049631A-5871-40DE-98C7-9EB3E4101656}"/>
          </ac:spMkLst>
        </pc:spChg>
        <pc:spChg chg="mod">
          <ac:chgData name="elif haney" userId="33fc40288bb30291" providerId="LiveId" clId="{7B7EDCA9-08A4-4593-A903-BBB79CCE1E0B}" dt="2026-08-18T06:32:16.973" v="148" actId="27636"/>
          <ac:spMkLst>
            <pc:docMk/>
            <pc:sldMk cId="1097857299" sldId="261"/>
            <ac:spMk id="21" creationId="{34F1CCFC-1EEA-45BD-A4B0-2D8B148FDCC6}"/>
          </ac:spMkLst>
        </pc:spChg>
        <pc:spChg chg="mod">
          <ac:chgData name="elif haney" userId="33fc40288bb30291" providerId="LiveId" clId="{7B7EDCA9-08A4-4593-A903-BBB79CCE1E0B}" dt="2026-08-18T06:32:16.973" v="149" actId="27636"/>
          <ac:spMkLst>
            <pc:docMk/>
            <pc:sldMk cId="1097857299" sldId="261"/>
            <ac:spMk id="23" creationId="{9E3EB654-C66C-4508-BC9C-D3CD7CC43DF5}"/>
          </ac:spMkLst>
        </pc:spChg>
      </pc:sldChg>
      <pc:sldChg chg="addSp delSp modSp mod">
        <pc:chgData name="elif haney" userId="33fc40288bb30291" providerId="LiveId" clId="{7B7EDCA9-08A4-4593-A903-BBB79CCE1E0B}" dt="2026-08-18T07:16:46.989" v="383" actId="27636"/>
        <pc:sldMkLst>
          <pc:docMk/>
          <pc:sldMk cId="1771262872" sldId="262"/>
        </pc:sldMkLst>
        <pc:spChg chg="mod">
          <ac:chgData name="elif haney" userId="33fc40288bb30291" providerId="LiveId" clId="{7B7EDCA9-08A4-4593-A903-BBB79CCE1E0B}" dt="2026-08-18T07:16:46.989" v="383" actId="27636"/>
          <ac:spMkLst>
            <pc:docMk/>
            <pc:sldMk cId="1771262872" sldId="262"/>
            <ac:spMk id="3" creationId="{1ED0905D-ED15-4D81-BEAD-491873183B6C}"/>
          </ac:spMkLst>
        </pc:spChg>
        <pc:spChg chg="mod">
          <ac:chgData name="elif haney" userId="33fc40288bb30291" providerId="LiveId" clId="{7B7EDCA9-08A4-4593-A903-BBB79CCE1E0B}" dt="2026-08-18T06:32:17.005" v="165" actId="27636"/>
          <ac:spMkLst>
            <pc:docMk/>
            <pc:sldMk cId="1771262872" sldId="262"/>
            <ac:spMk id="6" creationId="{FB6E02BF-38B4-4CD8-9E9A-120F7A162B17}"/>
          </ac:spMkLst>
        </pc:spChg>
        <pc:spChg chg="mod">
          <ac:chgData name="elif haney" userId="33fc40288bb30291" providerId="LiveId" clId="{7B7EDCA9-08A4-4593-A903-BBB79CCE1E0B}" dt="2026-08-18T06:32:16.989" v="158" actId="27636"/>
          <ac:spMkLst>
            <pc:docMk/>
            <pc:sldMk cId="1771262872" sldId="262"/>
            <ac:spMk id="7" creationId="{2EEB34FD-6485-4136-8F41-AE38BCE9B2CE}"/>
          </ac:spMkLst>
        </pc:spChg>
        <pc:spChg chg="mod">
          <ac:chgData name="elif haney" userId="33fc40288bb30291" providerId="LiveId" clId="{7B7EDCA9-08A4-4593-A903-BBB79CCE1E0B}" dt="2026-08-18T06:32:17.005" v="161" actId="27636"/>
          <ac:spMkLst>
            <pc:docMk/>
            <pc:sldMk cId="1771262872" sldId="262"/>
            <ac:spMk id="8" creationId="{BDC5A50B-4837-4513-93AC-480867B4003C}"/>
          </ac:spMkLst>
        </pc:spChg>
        <pc:spChg chg="mod">
          <ac:chgData name="elif haney" userId="33fc40288bb30291" providerId="LiveId" clId="{7B7EDCA9-08A4-4593-A903-BBB79CCE1E0B}" dt="2026-08-18T06:32:17.005" v="160" actId="27636"/>
          <ac:spMkLst>
            <pc:docMk/>
            <pc:sldMk cId="1771262872" sldId="262"/>
            <ac:spMk id="10" creationId="{39A928BE-6DE1-43FF-BF41-DD494079AD8E}"/>
          </ac:spMkLst>
        </pc:spChg>
        <pc:spChg chg="mod">
          <ac:chgData name="elif haney" userId="33fc40288bb30291" providerId="LiveId" clId="{7B7EDCA9-08A4-4593-A903-BBB79CCE1E0B}" dt="2026-08-18T06:32:17.023" v="169" actId="27636"/>
          <ac:spMkLst>
            <pc:docMk/>
            <pc:sldMk cId="1771262872" sldId="262"/>
            <ac:spMk id="11" creationId="{9215DE49-1E84-4416-90DF-CED3D14F6B64}"/>
          </ac:spMkLst>
        </pc:spChg>
        <pc:spChg chg="mod">
          <ac:chgData name="elif haney" userId="33fc40288bb30291" providerId="LiveId" clId="{7B7EDCA9-08A4-4593-A903-BBB79CCE1E0B}" dt="2026-08-18T06:32:17.005" v="163" actId="27636"/>
          <ac:spMkLst>
            <pc:docMk/>
            <pc:sldMk cId="1771262872" sldId="262"/>
            <ac:spMk id="14" creationId="{CC1B070F-7F5E-43E5-A8E0-378FA09D9A3E}"/>
          </ac:spMkLst>
        </pc:spChg>
        <pc:spChg chg="mod">
          <ac:chgData name="elif haney" userId="33fc40288bb30291" providerId="LiveId" clId="{7B7EDCA9-08A4-4593-A903-BBB79CCE1E0B}" dt="2026-08-18T06:36:40.772" v="241" actId="20577"/>
          <ac:spMkLst>
            <pc:docMk/>
            <pc:sldMk cId="1771262872" sldId="262"/>
            <ac:spMk id="15" creationId="{9BB205DE-1021-4CA4-8195-7350B0178569}"/>
          </ac:spMkLst>
        </pc:spChg>
        <pc:spChg chg="add del">
          <ac:chgData name="elif haney" userId="33fc40288bb30291" providerId="LiveId" clId="{7B7EDCA9-08A4-4593-A903-BBB79CCE1E0B}" dt="2026-08-18T06:36:43.395" v="242" actId="478"/>
          <ac:spMkLst>
            <pc:docMk/>
            <pc:sldMk cId="1771262872" sldId="262"/>
            <ac:spMk id="16" creationId="{E9DA4150-5706-4703-8A67-262A217654AE}"/>
          </ac:spMkLst>
        </pc:spChg>
        <pc:spChg chg="mod">
          <ac:chgData name="elif haney" userId="33fc40288bb30291" providerId="LiveId" clId="{7B7EDCA9-08A4-4593-A903-BBB79CCE1E0B}" dt="2026-08-18T06:32:17.005" v="162" actId="27636"/>
          <ac:spMkLst>
            <pc:docMk/>
            <pc:sldMk cId="1771262872" sldId="262"/>
            <ac:spMk id="18" creationId="{62BC2518-A725-4F6F-9E9B-FB550BF2A482}"/>
          </ac:spMkLst>
        </pc:spChg>
        <pc:spChg chg="mod">
          <ac:chgData name="elif haney" userId="33fc40288bb30291" providerId="LiveId" clId="{7B7EDCA9-08A4-4593-A903-BBB79CCE1E0B}" dt="2026-08-18T06:32:17.005" v="159" actId="27636"/>
          <ac:spMkLst>
            <pc:docMk/>
            <pc:sldMk cId="1771262872" sldId="262"/>
            <ac:spMk id="19" creationId="{4038456A-F687-468F-BCE9-9B8DD36A5264}"/>
          </ac:spMkLst>
        </pc:spChg>
        <pc:spChg chg="mod">
          <ac:chgData name="elif haney" userId="33fc40288bb30291" providerId="LiveId" clId="{7B7EDCA9-08A4-4593-A903-BBB79CCE1E0B}" dt="2026-08-18T06:32:17.005" v="167" actId="27636"/>
          <ac:spMkLst>
            <pc:docMk/>
            <pc:sldMk cId="1771262872" sldId="262"/>
            <ac:spMk id="22" creationId="{C1026AE6-09D6-4A5A-A03B-F3958A7B6DAE}"/>
          </ac:spMkLst>
        </pc:spChg>
        <pc:spChg chg="mod">
          <ac:chgData name="elif haney" userId="33fc40288bb30291" providerId="LiveId" clId="{7B7EDCA9-08A4-4593-A903-BBB79CCE1E0B}" dt="2026-08-18T06:32:17.005" v="164" actId="27636"/>
          <ac:spMkLst>
            <pc:docMk/>
            <pc:sldMk cId="1771262872" sldId="262"/>
            <ac:spMk id="23" creationId="{88A123FF-F309-457D-A8F4-33598C154518}"/>
          </ac:spMkLst>
        </pc:spChg>
        <pc:spChg chg="mod">
          <ac:chgData name="elif haney" userId="33fc40288bb30291" providerId="LiveId" clId="{7B7EDCA9-08A4-4593-A903-BBB79CCE1E0B}" dt="2026-08-18T06:36:39.340" v="238" actId="20577"/>
          <ac:spMkLst>
            <pc:docMk/>
            <pc:sldMk cId="1771262872" sldId="262"/>
            <ac:spMk id="26" creationId="{8E8E3187-7B36-48F2-AE2F-DBC7A2B7B2D5}"/>
          </ac:spMkLst>
        </pc:spChg>
      </pc:sldChg>
      <pc:sldChg chg="addSp delSp modSp mod">
        <pc:chgData name="elif haney" userId="33fc40288bb30291" providerId="LiveId" clId="{7B7EDCA9-08A4-4593-A903-BBB79CCE1E0B}" dt="2026-08-18T07:16:46.997" v="385" actId="27636"/>
        <pc:sldMkLst>
          <pc:docMk/>
          <pc:sldMk cId="970636065" sldId="263"/>
        </pc:sldMkLst>
        <pc:spChg chg="mod">
          <ac:chgData name="elif haney" userId="33fc40288bb30291" providerId="LiveId" clId="{7B7EDCA9-08A4-4593-A903-BBB79CCE1E0B}" dt="2026-08-18T07:16:46.997" v="385" actId="27636"/>
          <ac:spMkLst>
            <pc:docMk/>
            <pc:sldMk cId="970636065" sldId="263"/>
            <ac:spMk id="3" creationId="{1E4C5757-A5D3-4517-A9B9-75CCF1123D1B}"/>
          </ac:spMkLst>
        </pc:spChg>
        <pc:spChg chg="mod">
          <ac:chgData name="elif haney" userId="33fc40288bb30291" providerId="LiveId" clId="{7B7EDCA9-08A4-4593-A903-BBB79CCE1E0B}" dt="2026-08-18T06:32:17.035" v="173" actId="27636"/>
          <ac:spMkLst>
            <pc:docMk/>
            <pc:sldMk cId="970636065" sldId="263"/>
            <ac:spMk id="17" creationId="{619CABEF-9D24-40C0-A8D0-78E0126EC251}"/>
          </ac:spMkLst>
        </pc:spChg>
        <pc:spChg chg="mod">
          <ac:chgData name="elif haney" userId="33fc40288bb30291" providerId="LiveId" clId="{7B7EDCA9-08A4-4593-A903-BBB79CCE1E0B}" dt="2026-08-18T07:16:46.997" v="384" actId="27636"/>
          <ac:spMkLst>
            <pc:docMk/>
            <pc:sldMk cId="970636065" sldId="263"/>
            <ac:spMk id="20" creationId="{495CFC81-3FE8-4AEE-A09D-E4C91FC1896D}"/>
          </ac:spMkLst>
        </pc:spChg>
        <pc:spChg chg="add del mod">
          <ac:chgData name="elif haney" userId="33fc40288bb30291" providerId="LiveId" clId="{7B7EDCA9-08A4-4593-A903-BBB79CCE1E0B}" dt="2026-08-18T06:42:29.270" v="250" actId="478"/>
          <ac:spMkLst>
            <pc:docMk/>
            <pc:sldMk cId="970636065" sldId="263"/>
            <ac:spMk id="24" creationId="{A0E0D467-73E3-BEDD-1D04-B0E22BB537E4}"/>
          </ac:spMkLst>
        </pc:spChg>
      </pc:sldChg>
      <pc:sldChg chg="modSp mod">
        <pc:chgData name="elif haney" userId="33fc40288bb30291" providerId="LiveId" clId="{7B7EDCA9-08A4-4593-A903-BBB79CCE1E0B}" dt="2026-08-18T07:16:47.008" v="386" actId="27636"/>
        <pc:sldMkLst>
          <pc:docMk/>
          <pc:sldMk cId="938757327" sldId="264"/>
        </pc:sldMkLst>
        <pc:spChg chg="mod">
          <ac:chgData name="elif haney" userId="33fc40288bb30291" providerId="LiveId" clId="{7B7EDCA9-08A4-4593-A903-BBB79CCE1E0B}" dt="2026-08-18T07:16:47.008" v="386" actId="27636"/>
          <ac:spMkLst>
            <pc:docMk/>
            <pc:sldMk cId="938757327" sldId="264"/>
            <ac:spMk id="3" creationId="{8714F2A1-C5B0-4679-8C36-F7C6BFBCBEFD}"/>
          </ac:spMkLst>
        </pc:spChg>
        <pc:spChg chg="mod">
          <ac:chgData name="elif haney" userId="33fc40288bb30291" providerId="LiveId" clId="{7B7EDCA9-08A4-4593-A903-BBB79CCE1E0B}" dt="2026-08-18T06:32:17.037" v="178" actId="27636"/>
          <ac:spMkLst>
            <pc:docMk/>
            <pc:sldMk cId="938757327" sldId="264"/>
            <ac:spMk id="5" creationId="{B0531C28-CD50-4161-B8E6-340F81AA7233}"/>
          </ac:spMkLst>
        </pc:spChg>
        <pc:spChg chg="mod">
          <ac:chgData name="elif haney" userId="33fc40288bb30291" providerId="LiveId" clId="{7B7EDCA9-08A4-4593-A903-BBB79CCE1E0B}" dt="2026-08-18T06:32:17.037" v="177" actId="27636"/>
          <ac:spMkLst>
            <pc:docMk/>
            <pc:sldMk cId="938757327" sldId="264"/>
            <ac:spMk id="9" creationId="{89D3568B-7FC8-4522-9E8A-BA9F01DC97FD}"/>
          </ac:spMkLst>
        </pc:spChg>
        <pc:spChg chg="mod">
          <ac:chgData name="elif haney" userId="33fc40288bb30291" providerId="LiveId" clId="{7B7EDCA9-08A4-4593-A903-BBB79CCE1E0B}" dt="2026-08-18T06:32:17.037" v="175" actId="27636"/>
          <ac:spMkLst>
            <pc:docMk/>
            <pc:sldMk cId="938757327" sldId="264"/>
            <ac:spMk id="13" creationId="{EC0B333E-6258-4992-AC58-8C84A76330D8}"/>
          </ac:spMkLst>
        </pc:spChg>
        <pc:spChg chg="mod">
          <ac:chgData name="elif haney" userId="33fc40288bb30291" providerId="LiveId" clId="{7B7EDCA9-08A4-4593-A903-BBB79CCE1E0B}" dt="2026-08-18T06:32:17.037" v="174" actId="27636"/>
          <ac:spMkLst>
            <pc:docMk/>
            <pc:sldMk cId="938757327" sldId="264"/>
            <ac:spMk id="17" creationId="{0E14EE2A-C167-42E7-AE1D-6B164B371DF3}"/>
          </ac:spMkLst>
        </pc:spChg>
      </pc:sldChg>
      <pc:sldChg chg="addSp delSp modSp mod">
        <pc:chgData name="elif haney" userId="33fc40288bb30291" providerId="LiveId" clId="{7B7EDCA9-08A4-4593-A903-BBB79CCE1E0B}" dt="2026-08-18T09:06:31.889" v="468" actId="1037"/>
        <pc:sldMkLst>
          <pc:docMk/>
          <pc:sldMk cId="92278039" sldId="265"/>
        </pc:sldMkLst>
        <pc:spChg chg="mod">
          <ac:chgData name="elif haney" userId="33fc40288bb30291" providerId="LiveId" clId="{7B7EDCA9-08A4-4593-A903-BBB79CCE1E0B}" dt="2026-08-18T07:16:46.897" v="364" actId="27636"/>
          <ac:spMkLst>
            <pc:docMk/>
            <pc:sldMk cId="92278039" sldId="265"/>
            <ac:spMk id="3" creationId="{59A99F2A-D3C9-458F-B265-0CED594F74DA}"/>
          </ac:spMkLst>
        </pc:spChg>
        <pc:spChg chg="del">
          <ac:chgData name="elif haney" userId="33fc40288bb30291" providerId="LiveId" clId="{7B7EDCA9-08A4-4593-A903-BBB79CCE1E0B}" dt="2026-08-18T06:50:02.538" v="251" actId="478"/>
          <ac:spMkLst>
            <pc:docMk/>
            <pc:sldMk cId="92278039" sldId="265"/>
            <ac:spMk id="4" creationId="{F99E6F90-954D-44D5-8193-0075C1B3616C}"/>
          </ac:spMkLst>
        </pc:spChg>
        <pc:spChg chg="mod">
          <ac:chgData name="elif haney" userId="33fc40288bb30291" providerId="LiveId" clId="{7B7EDCA9-08A4-4593-A903-BBB79CCE1E0B}" dt="2026-08-18T06:50:48.378" v="265" actId="1076"/>
          <ac:spMkLst>
            <pc:docMk/>
            <pc:sldMk cId="92278039" sldId="265"/>
            <ac:spMk id="5" creationId="{283F643A-94B3-4272-A940-838E6C457A73}"/>
          </ac:spMkLst>
        </pc:spChg>
        <pc:spChg chg="mod">
          <ac:chgData name="elif haney" userId="33fc40288bb30291" providerId="LiveId" clId="{7B7EDCA9-08A4-4593-A903-BBB79CCE1E0B}" dt="2026-08-18T07:19:04.504" v="433" actId="1076"/>
          <ac:spMkLst>
            <pc:docMk/>
            <pc:sldMk cId="92278039" sldId="265"/>
            <ac:spMk id="6" creationId="{3EF4A4B1-ABBF-47EB-8140-F6A03082490E}"/>
          </ac:spMkLst>
        </pc:spChg>
        <pc:spChg chg="mod">
          <ac:chgData name="elif haney" userId="33fc40288bb30291" providerId="LiveId" clId="{7B7EDCA9-08A4-4593-A903-BBB79CCE1E0B}" dt="2026-08-18T07:16:46.897" v="363" actId="27636"/>
          <ac:spMkLst>
            <pc:docMk/>
            <pc:sldMk cId="92278039" sldId="265"/>
            <ac:spMk id="7" creationId="{170F0544-E86E-497B-B75F-D73070FC9B19}"/>
          </ac:spMkLst>
        </pc:spChg>
        <pc:spChg chg="mod">
          <ac:chgData name="elif haney" userId="33fc40288bb30291" providerId="LiveId" clId="{7B7EDCA9-08A4-4593-A903-BBB79CCE1E0B}" dt="2026-08-18T07:14:27.048" v="307" actId="1076"/>
          <ac:spMkLst>
            <pc:docMk/>
            <pc:sldMk cId="92278039" sldId="265"/>
            <ac:spMk id="8" creationId="{D9A9B04B-B0B2-463A-B746-D838275D1EC1}"/>
          </ac:spMkLst>
        </pc:spChg>
        <pc:spChg chg="mod">
          <ac:chgData name="elif haney" userId="33fc40288bb30291" providerId="LiveId" clId="{7B7EDCA9-08A4-4593-A903-BBB79CCE1E0B}" dt="2026-08-18T06:32:17.060" v="184" actId="27636"/>
          <ac:spMkLst>
            <pc:docMk/>
            <pc:sldMk cId="92278039" sldId="265"/>
            <ac:spMk id="9" creationId="{23D17266-B421-4E3E-AF1F-A7AABC937622}"/>
          </ac:spMkLst>
        </pc:spChg>
        <pc:spChg chg="mod">
          <ac:chgData name="elif haney" userId="33fc40288bb30291" providerId="LiveId" clId="{7B7EDCA9-08A4-4593-A903-BBB79CCE1E0B}" dt="2026-08-18T07:14:31.838" v="308" actId="1076"/>
          <ac:spMkLst>
            <pc:docMk/>
            <pc:sldMk cId="92278039" sldId="265"/>
            <ac:spMk id="10" creationId="{B807D1FC-F5C2-4C94-9842-E705724FBC27}"/>
          </ac:spMkLst>
        </pc:spChg>
        <pc:spChg chg="mod">
          <ac:chgData name="elif haney" userId="33fc40288bb30291" providerId="LiveId" clId="{7B7EDCA9-08A4-4593-A903-BBB79CCE1E0B}" dt="2026-08-18T07:14:46.456" v="310" actId="1076"/>
          <ac:spMkLst>
            <pc:docMk/>
            <pc:sldMk cId="92278039" sldId="265"/>
            <ac:spMk id="11" creationId="{17CA3B2B-BFFD-414F-8D19-32F19C6EE6B5}"/>
          </ac:spMkLst>
        </pc:spChg>
        <pc:spChg chg="mod">
          <ac:chgData name="elif haney" userId="33fc40288bb30291" providerId="LiveId" clId="{7B7EDCA9-08A4-4593-A903-BBB79CCE1E0B}" dt="2026-08-18T07:13:57.160" v="295" actId="1076"/>
          <ac:spMkLst>
            <pc:docMk/>
            <pc:sldMk cId="92278039" sldId="265"/>
            <ac:spMk id="12" creationId="{94FDFF4A-9DBD-4334-AB10-6AA25F55700C}"/>
          </ac:spMkLst>
        </pc:spChg>
        <pc:spChg chg="del mod">
          <ac:chgData name="elif haney" userId="33fc40288bb30291" providerId="LiveId" clId="{7B7EDCA9-08A4-4593-A903-BBB79CCE1E0B}" dt="2026-08-18T07:21:57.295" v="459" actId="478"/>
          <ac:spMkLst>
            <pc:docMk/>
            <pc:sldMk cId="92278039" sldId="265"/>
            <ac:spMk id="13" creationId="{BD4F1978-3C32-4097-82F7-AB2630302BCD}"/>
          </ac:spMkLst>
        </pc:spChg>
        <pc:spChg chg="mod">
          <ac:chgData name="elif haney" userId="33fc40288bb30291" providerId="LiveId" clId="{7B7EDCA9-08A4-4593-A903-BBB79CCE1E0B}" dt="2026-08-18T07:14:57.685" v="313" actId="1076"/>
          <ac:spMkLst>
            <pc:docMk/>
            <pc:sldMk cId="92278039" sldId="265"/>
            <ac:spMk id="14" creationId="{2A33DE0F-81C1-4F23-9E04-F5855EA80620}"/>
          </ac:spMkLst>
        </pc:spChg>
        <pc:spChg chg="mod">
          <ac:chgData name="elif haney" userId="33fc40288bb30291" providerId="LiveId" clId="{7B7EDCA9-08A4-4593-A903-BBB79CCE1E0B}" dt="2026-08-18T07:18:28.307" v="426" actId="1076"/>
          <ac:spMkLst>
            <pc:docMk/>
            <pc:sldMk cId="92278039" sldId="265"/>
            <ac:spMk id="15" creationId="{429F1A4D-6411-4362-8E03-E833283D510F}"/>
          </ac:spMkLst>
        </pc:spChg>
        <pc:spChg chg="del mod">
          <ac:chgData name="elif haney" userId="33fc40288bb30291" providerId="LiveId" clId="{7B7EDCA9-08A4-4593-A903-BBB79CCE1E0B}" dt="2026-08-18T07:18:59.890" v="429" actId="478"/>
          <ac:spMkLst>
            <pc:docMk/>
            <pc:sldMk cId="92278039" sldId="265"/>
            <ac:spMk id="16" creationId="{9BA5EDC3-A331-41CA-8004-B9772FD24BFD}"/>
          </ac:spMkLst>
        </pc:spChg>
        <pc:spChg chg="mod">
          <ac:chgData name="elif haney" userId="33fc40288bb30291" providerId="LiveId" clId="{7B7EDCA9-08A4-4593-A903-BBB79CCE1E0B}" dt="2026-08-18T07:21:20.819" v="455" actId="1076"/>
          <ac:spMkLst>
            <pc:docMk/>
            <pc:sldMk cId="92278039" sldId="265"/>
            <ac:spMk id="17" creationId="{22283E24-3587-4366-A1E2-87A4A0A4EB0C}"/>
          </ac:spMkLst>
        </pc:spChg>
        <pc:spChg chg="mod">
          <ac:chgData name="elif haney" userId="33fc40288bb30291" providerId="LiveId" clId="{7B7EDCA9-08A4-4593-A903-BBB79CCE1E0B}" dt="2026-08-18T07:20:29.709" v="445" actId="1076"/>
          <ac:spMkLst>
            <pc:docMk/>
            <pc:sldMk cId="92278039" sldId="265"/>
            <ac:spMk id="18" creationId="{93D22BDA-E823-43C8-9D31-9C3F181B132C}"/>
          </ac:spMkLst>
        </pc:spChg>
        <pc:spChg chg="del mod">
          <ac:chgData name="elif haney" userId="33fc40288bb30291" providerId="LiveId" clId="{7B7EDCA9-08A4-4593-A903-BBB79CCE1E0B}" dt="2026-08-18T07:20:55.296" v="447" actId="478"/>
          <ac:spMkLst>
            <pc:docMk/>
            <pc:sldMk cId="92278039" sldId="265"/>
            <ac:spMk id="19" creationId="{CFE1CA84-16CB-4691-B69D-3EEA57746687}"/>
          </ac:spMkLst>
        </pc:spChg>
        <pc:spChg chg="mod">
          <ac:chgData name="elif haney" userId="33fc40288bb30291" providerId="LiveId" clId="{7B7EDCA9-08A4-4593-A903-BBB79CCE1E0B}" dt="2026-08-18T07:16:55.582" v="388" actId="27636"/>
          <ac:spMkLst>
            <pc:docMk/>
            <pc:sldMk cId="92278039" sldId="265"/>
            <ac:spMk id="21" creationId="{21ED8568-D22A-4AEA-82C0-E03B8045C96D}"/>
          </ac:spMkLst>
        </pc:spChg>
        <pc:spChg chg="add mod">
          <ac:chgData name="elif haney" userId="33fc40288bb30291" providerId="LiveId" clId="{7B7EDCA9-08A4-4593-A903-BBB79CCE1E0B}" dt="2026-08-18T06:54:01.968" v="292" actId="1076"/>
          <ac:spMkLst>
            <pc:docMk/>
            <pc:sldMk cId="92278039" sldId="265"/>
            <ac:spMk id="28" creationId="{A6A055FC-2F91-AF63-50A1-F6792D81ACCB}"/>
          </ac:spMkLst>
        </pc:spChg>
        <pc:spChg chg="add mod">
          <ac:chgData name="elif haney" userId="33fc40288bb30291" providerId="LiveId" clId="{7B7EDCA9-08A4-4593-A903-BBB79CCE1E0B}" dt="2026-08-18T07:15:17.507" v="319" actId="1076"/>
          <ac:spMkLst>
            <pc:docMk/>
            <pc:sldMk cId="92278039" sldId="265"/>
            <ac:spMk id="32" creationId="{DA26CF91-50EB-5E3A-C0A0-EA303771E9DD}"/>
          </ac:spMkLst>
        </pc:spChg>
        <pc:spChg chg="add del">
          <ac:chgData name="elif haney" userId="33fc40288bb30291" providerId="LiveId" clId="{7B7EDCA9-08A4-4593-A903-BBB79CCE1E0B}" dt="2026-08-18T07:15:31.290" v="321" actId="22"/>
          <ac:spMkLst>
            <pc:docMk/>
            <pc:sldMk cId="92278039" sldId="265"/>
            <ac:spMk id="34" creationId="{6C77BE7D-F80A-AF77-AECF-ADBBE85C37D3}"/>
          </ac:spMkLst>
        </pc:spChg>
        <pc:spChg chg="add mod">
          <ac:chgData name="elif haney" userId="33fc40288bb30291" providerId="LiveId" clId="{7B7EDCA9-08A4-4593-A903-BBB79CCE1E0B}" dt="2026-08-18T07:18:16.691" v="424" actId="20577"/>
          <ac:spMkLst>
            <pc:docMk/>
            <pc:sldMk cId="92278039" sldId="265"/>
            <ac:spMk id="36" creationId="{1E1AF8D5-9CBE-E000-BDDC-B3D7E8A63C68}"/>
          </ac:spMkLst>
        </pc:spChg>
        <pc:picChg chg="add mod">
          <ac:chgData name="elif haney" userId="33fc40288bb30291" providerId="LiveId" clId="{7B7EDCA9-08A4-4593-A903-BBB79CCE1E0B}" dt="2026-08-18T06:50:07.879" v="254" actId="14100"/>
          <ac:picMkLst>
            <pc:docMk/>
            <pc:sldMk cId="92278039" sldId="265"/>
            <ac:picMk id="24" creationId="{030242CD-A4D7-E7A0-C3E2-0A3B294CD717}"/>
          </ac:picMkLst>
        </pc:picChg>
        <pc:picChg chg="add mod">
          <ac:chgData name="elif haney" userId="33fc40288bb30291" providerId="LiveId" clId="{7B7EDCA9-08A4-4593-A903-BBB79CCE1E0B}" dt="2026-08-18T06:50:42.927" v="264" actId="1076"/>
          <ac:picMkLst>
            <pc:docMk/>
            <pc:sldMk cId="92278039" sldId="265"/>
            <ac:picMk id="26" creationId="{842AD6CB-1D93-FCE8-2D3C-9CA46B9891EF}"/>
          </ac:picMkLst>
        </pc:picChg>
        <pc:picChg chg="add mod">
          <ac:chgData name="elif haney" userId="33fc40288bb30291" providerId="LiveId" clId="{7B7EDCA9-08A4-4593-A903-BBB79CCE1E0B}" dt="2026-08-18T09:06:31.889" v="468" actId="1037"/>
          <ac:picMkLst>
            <pc:docMk/>
            <pc:sldMk cId="92278039" sldId="265"/>
            <ac:picMk id="30" creationId="{CDFADEE1-A298-25AA-D6C8-E897E1D46C4F}"/>
          </ac:picMkLst>
        </pc:picChg>
        <pc:picChg chg="add mod modCrop">
          <ac:chgData name="elif haney" userId="33fc40288bb30291" providerId="LiveId" clId="{7B7EDCA9-08A4-4593-A903-BBB79CCE1E0B}" dt="2026-08-18T07:19:23.648" v="440" actId="1076"/>
          <ac:picMkLst>
            <pc:docMk/>
            <pc:sldMk cId="92278039" sldId="265"/>
            <ac:picMk id="38" creationId="{A7D35DEE-C167-D6D2-5424-55E02C32B4E1}"/>
          </ac:picMkLst>
        </pc:picChg>
        <pc:picChg chg="add mod modCrop">
          <ac:chgData name="elif haney" userId="33fc40288bb30291" providerId="LiveId" clId="{7B7EDCA9-08A4-4593-A903-BBB79CCE1E0B}" dt="2026-08-18T07:19:50.161" v="444" actId="732"/>
          <ac:picMkLst>
            <pc:docMk/>
            <pc:sldMk cId="92278039" sldId="265"/>
            <ac:picMk id="40" creationId="{2ED37E99-BB57-6FC7-853A-48491C150E6A}"/>
          </ac:picMkLst>
        </pc:picChg>
        <pc:picChg chg="add mod modCrop">
          <ac:chgData name="elif haney" userId="33fc40288bb30291" providerId="LiveId" clId="{7B7EDCA9-08A4-4593-A903-BBB79CCE1E0B}" dt="2026-08-18T07:21:24.013" v="456" actId="1076"/>
          <ac:picMkLst>
            <pc:docMk/>
            <pc:sldMk cId="92278039" sldId="265"/>
            <ac:picMk id="42" creationId="{E7B07E74-106D-0710-36A3-79D889F0320D}"/>
          </ac:picMkLst>
        </pc:picChg>
        <pc:picChg chg="add mod modCrop">
          <ac:chgData name="elif haney" userId="33fc40288bb30291" providerId="LiveId" clId="{7B7EDCA9-08A4-4593-A903-BBB79CCE1E0B}" dt="2026-08-18T07:22:14.276" v="463" actId="1076"/>
          <ac:picMkLst>
            <pc:docMk/>
            <pc:sldMk cId="92278039" sldId="265"/>
            <ac:picMk id="44" creationId="{A21A3084-09E1-1158-10D4-361CAD7505F2}"/>
          </ac:picMkLst>
        </pc:picChg>
      </pc:sldChg>
      <pc:sldChg chg="modSp del mod">
        <pc:chgData name="elif haney" userId="33fc40288bb30291" providerId="LiveId" clId="{7B7EDCA9-08A4-4593-A903-BBB79CCE1E0B}" dt="2026-08-18T07:52:28.238" v="464" actId="47"/>
        <pc:sldMkLst>
          <pc:docMk/>
          <pc:sldMk cId="547033125" sldId="266"/>
        </pc:sldMkLst>
        <pc:spChg chg="mod">
          <ac:chgData name="elif haney" userId="33fc40288bb30291" providerId="LiveId" clId="{7B7EDCA9-08A4-4593-A903-BBB79CCE1E0B}" dt="2026-08-18T07:16:46.942" v="376" actId="27636"/>
          <ac:spMkLst>
            <pc:docMk/>
            <pc:sldMk cId="547033125" sldId="266"/>
            <ac:spMk id="3" creationId="{C0C4A5A5-10C8-4972-B987-A69B366B1E95}"/>
          </ac:spMkLst>
        </pc:spChg>
        <pc:spChg chg="mod">
          <ac:chgData name="elif haney" userId="33fc40288bb30291" providerId="LiveId" clId="{7B7EDCA9-08A4-4593-A903-BBB79CCE1E0B}" dt="2026-08-18T06:32:17.084" v="194" actId="27636"/>
          <ac:spMkLst>
            <pc:docMk/>
            <pc:sldMk cId="547033125" sldId="266"/>
            <ac:spMk id="5" creationId="{2B20E695-2B15-42EF-B027-CB29EDE779CE}"/>
          </ac:spMkLst>
        </pc:spChg>
        <pc:spChg chg="mod">
          <ac:chgData name="elif haney" userId="33fc40288bb30291" providerId="LiveId" clId="{7B7EDCA9-08A4-4593-A903-BBB79CCE1E0B}" dt="2026-08-18T06:32:17.084" v="197" actId="27636"/>
          <ac:spMkLst>
            <pc:docMk/>
            <pc:sldMk cId="547033125" sldId="266"/>
            <ac:spMk id="6" creationId="{398ED3A0-50D7-4039-B259-A357A6D3C5F4}"/>
          </ac:spMkLst>
        </pc:spChg>
        <pc:spChg chg="mod">
          <ac:chgData name="elif haney" userId="33fc40288bb30291" providerId="LiveId" clId="{7B7EDCA9-08A4-4593-A903-BBB79CCE1E0B}" dt="2026-08-18T06:32:17.084" v="198" actId="27636"/>
          <ac:spMkLst>
            <pc:docMk/>
            <pc:sldMk cId="547033125" sldId="266"/>
            <ac:spMk id="8" creationId="{BC3BED94-0D5F-40FD-A387-4CC3D96FDDA7}"/>
          </ac:spMkLst>
        </pc:spChg>
        <pc:spChg chg="mod">
          <ac:chgData name="elif haney" userId="33fc40288bb30291" providerId="LiveId" clId="{7B7EDCA9-08A4-4593-A903-BBB79CCE1E0B}" dt="2026-08-18T06:32:17.099" v="201" actId="27636"/>
          <ac:spMkLst>
            <pc:docMk/>
            <pc:sldMk cId="547033125" sldId="266"/>
            <ac:spMk id="9" creationId="{933BE014-9590-4B20-8B0E-30D5FF9D7726}"/>
          </ac:spMkLst>
        </pc:spChg>
        <pc:spChg chg="mod">
          <ac:chgData name="elif haney" userId="33fc40288bb30291" providerId="LiveId" clId="{7B7EDCA9-08A4-4593-A903-BBB79CCE1E0B}" dt="2026-08-18T07:16:46.911" v="367" actId="27636"/>
          <ac:spMkLst>
            <pc:docMk/>
            <pc:sldMk cId="547033125" sldId="266"/>
            <ac:spMk id="11" creationId="{81196B9F-444F-46E0-83AF-CFB9F9B0901D}"/>
          </ac:spMkLst>
        </pc:spChg>
        <pc:spChg chg="mod">
          <ac:chgData name="elif haney" userId="33fc40288bb30291" providerId="LiveId" clId="{7B7EDCA9-08A4-4593-A903-BBB79CCE1E0B}" dt="2026-08-18T07:16:46.942" v="374" actId="27636"/>
          <ac:spMkLst>
            <pc:docMk/>
            <pc:sldMk cId="547033125" sldId="266"/>
            <ac:spMk id="12" creationId="{3A125800-B6FB-464E-A72F-9B4CD2BED645}"/>
          </ac:spMkLst>
        </pc:spChg>
        <pc:spChg chg="mod">
          <ac:chgData name="elif haney" userId="33fc40288bb30291" providerId="LiveId" clId="{7B7EDCA9-08A4-4593-A903-BBB79CCE1E0B}" dt="2026-08-18T06:32:17.084" v="193" actId="27636"/>
          <ac:spMkLst>
            <pc:docMk/>
            <pc:sldMk cId="547033125" sldId="266"/>
            <ac:spMk id="13" creationId="{5935B920-3F07-411F-ACB4-AEAE00772DCC}"/>
          </ac:spMkLst>
        </pc:spChg>
        <pc:spChg chg="mod">
          <ac:chgData name="elif haney" userId="33fc40288bb30291" providerId="LiveId" clId="{7B7EDCA9-08A4-4593-A903-BBB79CCE1E0B}" dt="2026-08-18T07:16:46.942" v="375" actId="27636"/>
          <ac:spMkLst>
            <pc:docMk/>
            <pc:sldMk cId="547033125" sldId="266"/>
            <ac:spMk id="15" creationId="{E1DD5F6E-5375-403E-A923-7ECACB80D2A3}"/>
          </ac:spMkLst>
        </pc:spChg>
        <pc:spChg chg="mod">
          <ac:chgData name="elif haney" userId="33fc40288bb30291" providerId="LiveId" clId="{7B7EDCA9-08A4-4593-A903-BBB79CCE1E0B}" dt="2026-08-18T07:16:46.911" v="366" actId="27636"/>
          <ac:spMkLst>
            <pc:docMk/>
            <pc:sldMk cId="547033125" sldId="266"/>
            <ac:spMk id="16" creationId="{4F5565A4-7279-4B87-9369-B5CD84C522B4}"/>
          </ac:spMkLst>
        </pc:spChg>
        <pc:spChg chg="mod">
          <ac:chgData name="elif haney" userId="33fc40288bb30291" providerId="LiveId" clId="{7B7EDCA9-08A4-4593-A903-BBB79CCE1E0B}" dt="2026-08-18T06:32:17.078" v="189" actId="27636"/>
          <ac:spMkLst>
            <pc:docMk/>
            <pc:sldMk cId="547033125" sldId="266"/>
            <ac:spMk id="17" creationId="{9AA5787B-4198-4C1A-B622-04C10F9F997A}"/>
          </ac:spMkLst>
        </pc:spChg>
        <pc:spChg chg="mod">
          <ac:chgData name="elif haney" userId="33fc40288bb30291" providerId="LiveId" clId="{7B7EDCA9-08A4-4593-A903-BBB79CCE1E0B}" dt="2026-08-18T07:16:46.926" v="373" actId="27636"/>
          <ac:spMkLst>
            <pc:docMk/>
            <pc:sldMk cId="547033125" sldId="266"/>
            <ac:spMk id="19" creationId="{4051358A-1A78-4645-B1AA-B02DA7EF2B50}"/>
          </ac:spMkLst>
        </pc:spChg>
        <pc:spChg chg="mod">
          <ac:chgData name="elif haney" userId="33fc40288bb30291" providerId="LiveId" clId="{7B7EDCA9-08A4-4593-A903-BBB79CCE1E0B}" dt="2026-08-18T07:16:46.926" v="369" actId="27636"/>
          <ac:spMkLst>
            <pc:docMk/>
            <pc:sldMk cId="547033125" sldId="266"/>
            <ac:spMk id="20" creationId="{98E3B9B3-D480-4312-9C4C-876F9C1CA17E}"/>
          </ac:spMkLst>
        </pc:spChg>
        <pc:spChg chg="mod">
          <ac:chgData name="elif haney" userId="33fc40288bb30291" providerId="LiveId" clId="{7B7EDCA9-08A4-4593-A903-BBB79CCE1E0B}" dt="2026-08-18T06:32:17.084" v="195" actId="27636"/>
          <ac:spMkLst>
            <pc:docMk/>
            <pc:sldMk cId="547033125" sldId="266"/>
            <ac:spMk id="21" creationId="{C0D5E2D0-BFF1-44E8-BD22-3B8323B29ECC}"/>
          </ac:spMkLst>
        </pc:spChg>
        <pc:spChg chg="mod">
          <ac:chgData name="elif haney" userId="33fc40288bb30291" providerId="LiveId" clId="{7B7EDCA9-08A4-4593-A903-BBB79CCE1E0B}" dt="2026-08-18T07:16:46.926" v="368" actId="27636"/>
          <ac:spMkLst>
            <pc:docMk/>
            <pc:sldMk cId="547033125" sldId="266"/>
            <ac:spMk id="23" creationId="{DEC4CD8F-D930-430F-B55B-65EE47141447}"/>
          </ac:spMkLst>
        </pc:spChg>
        <pc:spChg chg="mod">
          <ac:chgData name="elif haney" userId="33fc40288bb30291" providerId="LiveId" clId="{7B7EDCA9-08A4-4593-A903-BBB79CCE1E0B}" dt="2026-08-18T07:16:46.926" v="372" actId="27636"/>
          <ac:spMkLst>
            <pc:docMk/>
            <pc:sldMk cId="547033125" sldId="266"/>
            <ac:spMk id="24" creationId="{B6820ACA-30E3-4908-A30E-FF7BA509F330}"/>
          </ac:spMkLst>
        </pc:spChg>
        <pc:spChg chg="mod">
          <ac:chgData name="elif haney" userId="33fc40288bb30291" providerId="LiveId" clId="{7B7EDCA9-08A4-4593-A903-BBB79CCE1E0B}" dt="2026-08-18T06:32:17.080" v="190" actId="27636"/>
          <ac:spMkLst>
            <pc:docMk/>
            <pc:sldMk cId="547033125" sldId="266"/>
            <ac:spMk id="25" creationId="{7CE2E569-E9CD-4124-A69C-C2DED451AB40}"/>
          </ac:spMkLst>
        </pc:spChg>
        <pc:spChg chg="mod">
          <ac:chgData name="elif haney" userId="33fc40288bb30291" providerId="LiveId" clId="{7B7EDCA9-08A4-4593-A903-BBB79CCE1E0B}" dt="2026-08-18T07:16:46.926" v="371" actId="27636"/>
          <ac:spMkLst>
            <pc:docMk/>
            <pc:sldMk cId="547033125" sldId="266"/>
            <ac:spMk id="27" creationId="{8D1D793C-269F-4EB6-9186-B7CE41B0FECC}"/>
          </ac:spMkLst>
        </pc:spChg>
        <pc:spChg chg="mod">
          <ac:chgData name="elif haney" userId="33fc40288bb30291" providerId="LiveId" clId="{7B7EDCA9-08A4-4593-A903-BBB79CCE1E0B}" dt="2026-08-18T07:16:46.926" v="370" actId="27636"/>
          <ac:spMkLst>
            <pc:docMk/>
            <pc:sldMk cId="547033125" sldId="266"/>
            <ac:spMk id="28" creationId="{2A78B7AC-286E-48EA-AB38-03FEDCE055E6}"/>
          </ac:spMkLst>
        </pc:spChg>
        <pc:spChg chg="mod">
          <ac:chgData name="elif haney" userId="33fc40288bb30291" providerId="LiveId" clId="{7B7EDCA9-08A4-4593-A903-BBB79CCE1E0B}" dt="2026-08-18T06:32:17.099" v="202" actId="27636"/>
          <ac:spMkLst>
            <pc:docMk/>
            <pc:sldMk cId="547033125" sldId="266"/>
            <ac:spMk id="29" creationId="{28239456-5EC8-4D51-BD52-B3A692960967}"/>
          </ac:spMkLst>
        </pc:spChg>
      </pc:sldChg>
      <pc:sldChg chg="modSp mod">
        <pc:chgData name="elif haney" userId="33fc40288bb30291" providerId="LiveId" clId="{7B7EDCA9-08A4-4593-A903-BBB79CCE1E0B}" dt="2026-08-18T06:32:17.131" v="213" actId="27636"/>
        <pc:sldMkLst>
          <pc:docMk/>
          <pc:sldMk cId="196392285" sldId="267"/>
        </pc:sldMkLst>
        <pc:spChg chg="mod">
          <ac:chgData name="elif haney" userId="33fc40288bb30291" providerId="LiveId" clId="{7B7EDCA9-08A4-4593-A903-BBB79CCE1E0B}" dt="2026-08-18T06:32:17.115" v="209" actId="27636"/>
          <ac:spMkLst>
            <pc:docMk/>
            <pc:sldMk cId="196392285" sldId="267"/>
            <ac:spMk id="3" creationId="{844B7633-C4DF-40DA-AD37-5988319CF69C}"/>
          </ac:spMkLst>
        </pc:spChg>
        <pc:spChg chg="mod">
          <ac:chgData name="elif haney" userId="33fc40288bb30291" providerId="LiveId" clId="{7B7EDCA9-08A4-4593-A903-BBB79CCE1E0B}" dt="2026-08-18T06:32:17.115" v="210" actId="27636"/>
          <ac:spMkLst>
            <pc:docMk/>
            <pc:sldMk cId="196392285" sldId="267"/>
            <ac:spMk id="4" creationId="{20856A6A-BBB4-4A3E-BA26-516E61DAAA74}"/>
          </ac:spMkLst>
        </pc:spChg>
        <pc:spChg chg="mod">
          <ac:chgData name="elif haney" userId="33fc40288bb30291" providerId="LiveId" clId="{7B7EDCA9-08A4-4593-A903-BBB79CCE1E0B}" dt="2026-08-18T06:32:17.115" v="211" actId="27636"/>
          <ac:spMkLst>
            <pc:docMk/>
            <pc:sldMk cId="196392285" sldId="267"/>
            <ac:spMk id="8" creationId="{35F7CF13-7E56-46FA-A8AE-685F40FBA758}"/>
          </ac:spMkLst>
        </pc:spChg>
        <pc:spChg chg="mod">
          <ac:chgData name="elif haney" userId="33fc40288bb30291" providerId="LiveId" clId="{7B7EDCA9-08A4-4593-A903-BBB79CCE1E0B}" dt="2026-08-18T06:32:17.131" v="212" actId="27636"/>
          <ac:spMkLst>
            <pc:docMk/>
            <pc:sldMk cId="196392285" sldId="267"/>
            <ac:spMk id="12" creationId="{4324A37F-407F-4FD4-8ADA-14D55BEAF4C4}"/>
          </ac:spMkLst>
        </pc:spChg>
        <pc:spChg chg="mod">
          <ac:chgData name="elif haney" userId="33fc40288bb30291" providerId="LiveId" clId="{7B7EDCA9-08A4-4593-A903-BBB79CCE1E0B}" dt="2026-08-18T06:32:17.131" v="213" actId="27636"/>
          <ac:spMkLst>
            <pc:docMk/>
            <pc:sldMk cId="196392285" sldId="267"/>
            <ac:spMk id="16" creationId="{DA085BC5-B872-4FC2-972F-B6EBE70C8FE9}"/>
          </ac:spMkLst>
        </pc:spChg>
        <pc:spChg chg="mod">
          <ac:chgData name="elif haney" userId="33fc40288bb30291" providerId="LiveId" clId="{7B7EDCA9-08A4-4593-A903-BBB79CCE1E0B}" dt="2026-08-18T06:32:17.115" v="208" actId="27636"/>
          <ac:spMkLst>
            <pc:docMk/>
            <pc:sldMk cId="196392285" sldId="267"/>
            <ac:spMk id="21" creationId="{7B876DED-35F7-4165-A881-937507252EA6}"/>
          </ac:spMkLst>
        </pc:spChg>
      </pc:sldChg>
      <pc:sldChg chg="modSp mod">
        <pc:chgData name="elif haney" userId="33fc40288bb30291" providerId="LiveId" clId="{7B7EDCA9-08A4-4593-A903-BBB79CCE1E0B}" dt="2026-08-18T06:32:17.148" v="221" actId="27636"/>
        <pc:sldMkLst>
          <pc:docMk/>
          <pc:sldMk cId="684945159" sldId="268"/>
        </pc:sldMkLst>
        <pc:spChg chg="mod">
          <ac:chgData name="elif haney" userId="33fc40288bb30291" providerId="LiveId" clId="{7B7EDCA9-08A4-4593-A903-BBB79CCE1E0B}" dt="2026-08-18T06:32:17.148" v="221" actId="27636"/>
          <ac:spMkLst>
            <pc:docMk/>
            <pc:sldMk cId="684945159" sldId="268"/>
            <ac:spMk id="3" creationId="{16257ADF-D02A-4EE1-AA2B-FBAA8F611CEC}"/>
          </ac:spMkLst>
        </pc:spChg>
        <pc:spChg chg="mod">
          <ac:chgData name="elif haney" userId="33fc40288bb30291" providerId="LiveId" clId="{7B7EDCA9-08A4-4593-A903-BBB79CCE1E0B}" dt="2026-08-18T06:32:17.131" v="214" actId="27636"/>
          <ac:spMkLst>
            <pc:docMk/>
            <pc:sldMk cId="684945159" sldId="268"/>
            <ac:spMk id="4" creationId="{D2BF76FB-5878-4E48-8CF1-EDFCCF8D9032}"/>
          </ac:spMkLst>
        </pc:spChg>
        <pc:spChg chg="mod">
          <ac:chgData name="elif haney" userId="33fc40288bb30291" providerId="LiveId" clId="{7B7EDCA9-08A4-4593-A903-BBB79CCE1E0B}" dt="2026-08-18T06:32:17.148" v="220" actId="27636"/>
          <ac:spMkLst>
            <pc:docMk/>
            <pc:sldMk cId="684945159" sldId="268"/>
            <ac:spMk id="8" creationId="{BE21F3FA-C04E-46C9-B2AF-C79B52A00D47}"/>
          </ac:spMkLst>
        </pc:spChg>
        <pc:spChg chg="mod">
          <ac:chgData name="elif haney" userId="33fc40288bb30291" providerId="LiveId" clId="{7B7EDCA9-08A4-4593-A903-BBB79CCE1E0B}" dt="2026-08-18T06:32:17.131" v="216" actId="27636"/>
          <ac:spMkLst>
            <pc:docMk/>
            <pc:sldMk cId="684945159" sldId="268"/>
            <ac:spMk id="12" creationId="{12863214-7AD5-4C9D-AA4C-4D3EA187C247}"/>
          </ac:spMkLst>
        </pc:spChg>
        <pc:spChg chg="mod">
          <ac:chgData name="elif haney" userId="33fc40288bb30291" providerId="LiveId" clId="{7B7EDCA9-08A4-4593-A903-BBB79CCE1E0B}" dt="2026-08-18T06:32:17.131" v="215" actId="27636"/>
          <ac:spMkLst>
            <pc:docMk/>
            <pc:sldMk cId="684945159" sldId="268"/>
            <ac:spMk id="13" creationId="{AAF78FBD-3563-4007-97B0-4D2F3E416D7F}"/>
          </ac:spMkLst>
        </pc:spChg>
        <pc:spChg chg="mod">
          <ac:chgData name="elif haney" userId="33fc40288bb30291" providerId="LiveId" clId="{7B7EDCA9-08A4-4593-A903-BBB79CCE1E0B}" dt="2026-08-18T06:32:17.148" v="217" actId="27636"/>
          <ac:spMkLst>
            <pc:docMk/>
            <pc:sldMk cId="684945159" sldId="268"/>
            <ac:spMk id="16" creationId="{B30FA143-F675-4696-B940-D462744F3BAB}"/>
          </ac:spMkLst>
        </pc:spChg>
        <pc:spChg chg="mod">
          <ac:chgData name="elif haney" userId="33fc40288bb30291" providerId="LiveId" clId="{7B7EDCA9-08A4-4593-A903-BBB79CCE1E0B}" dt="2026-08-18T06:32:17.148" v="218" actId="27636"/>
          <ac:spMkLst>
            <pc:docMk/>
            <pc:sldMk cId="684945159" sldId="268"/>
            <ac:spMk id="20" creationId="{8429076D-C84D-4308-BA5E-A2D2F9D7C877}"/>
          </ac:spMkLst>
        </pc:spChg>
        <pc:spChg chg="mod">
          <ac:chgData name="elif haney" userId="33fc40288bb30291" providerId="LiveId" clId="{7B7EDCA9-08A4-4593-A903-BBB79CCE1E0B}" dt="2026-08-18T06:32:17.148" v="219" actId="27636"/>
          <ac:spMkLst>
            <pc:docMk/>
            <pc:sldMk cId="684945159" sldId="268"/>
            <ac:spMk id="24" creationId="{FC27AFD8-AEC7-4249-9E3E-635E9343B022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1"/>
  <c:style val="2"/>
  <c:chart>
    <c:title>
      <c:tx>
        <c:rich>
          <a:bodyPr/>
          <a:lstStyle/>
          <a:p>
            <a:r>
              <a:rPr lang="tr-TR"/>
              <a:t>Beklenen desen — gerçek veri değildir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Açı hatası (şematik)</c:v>
          </c:tx>
          <c:spPr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3D8DFF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</c:v>
              </c:pt>
              <c:pt idx="2">
                <c:v>5</c:v>
              </c:pt>
              <c:pt idx="3">
                <c:v>8</c:v>
              </c:pt>
              <c:pt idx="4">
                <c:v>25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0.84</c:v>
              </c:pt>
              <c:pt idx="2">
                <c:v>0.72</c:v>
              </c:pt>
              <c:pt idx="3">
                <c:v>0.82</c:v>
              </c:pt>
              <c:pt idx="4">
                <c:v>1.1399999999999999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9BB-4236-9DB8-9D07FD00B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tr-TR" sz="1275">
                    <a:solidFill>
                      <a:srgbClr val="111111"/>
                    </a:solidFill>
                  </a:rPr>
                  <a:t>Noise seviyesi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E6570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tr-TR" sz="1275">
                    <a:solidFill>
                      <a:srgbClr val="111111"/>
                    </a:solidFill>
                  </a:rPr>
                  <a:t>Açı hatası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tr-T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sunum pilotun nedenini, kaynaklarla nasıl kurulduğunu ve kodun güvenilir veri üretmek için hangi kontrolleri yaptığını açıklar.</a:t>
            </a:r>
          </a:p>
          <a:p>
            <a:endParaRPr/>
          </a:p>
          <a:p>
            <a:r>
              <a:t>[Sources]</a:t>
            </a:r>
          </a:p>
          <a:p>
            <a:r>
              <a:t>- Project code: cartpole_noise_pilot_final.py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Grafik yalnızca hipotezin şeklini gösterir; pilot sonucu değildir. Hata ölçtüğümüz için SR performansındaki ters-U, burada U biçiminde görünür.</a:t>
            </a:r>
          </a:p>
          <a:p>
            <a:endParaRPr/>
          </a:p>
          <a:p>
            <a:r>
              <a:t>[Sources]</a:t>
            </a:r>
          </a:p>
          <a:p>
            <a:r>
              <a:t>- Treviño et al. (2016): https://doi.org/10.3389/fnhum.2016.00572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çalışma birebir replikasyon değildir. Fiziksel görev Ludolph'tan, ekran ölçeği Tanaka'dan, noise mantığı Treviño'dan alınarak yeni bir pilot uyarlama yapılmıştır.</a:t>
            </a:r>
          </a:p>
          <a:p>
            <a:endParaRPr/>
          </a:p>
          <a:p>
            <a:r>
              <a:t>[Sources]</a:t>
            </a:r>
          </a:p>
          <a:p>
            <a:r>
              <a:t>- Ludolph et al. (2017): https://doi.org/10.1038/s41598-017-13510-0</a:t>
            </a:r>
          </a:p>
          <a:p>
            <a:r>
              <a:t>- Tanaka et al. (2025): https://doi.org/10.1109/ACCESS.2025.3572082</a:t>
            </a:r>
          </a:p>
          <a:p>
            <a:r>
              <a:t>- Treviño et al. (2016): https://doi.org/10.3389/fnhum.2016.00572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Ludolph çalışmasında sınır ihlali trial'ı bitiriyordu. Pilotumuzda 15 saniyelik sabit gözlem penceresini korumak için failure sonrası aynı trial içinde reset uyguluyoruz; bu bilinçli bir uyarlamadır.</a:t>
            </a:r>
          </a:p>
          <a:p>
            <a:endParaRPr/>
          </a:p>
          <a:p>
            <a:r>
              <a:t>[Sources]</a:t>
            </a:r>
          </a:p>
          <a:p>
            <a:r>
              <a:t>- Ludolph et al. (2017): https://doi.org/10.1038/s41598-017-13510-0</a:t>
            </a:r>
          </a:p>
          <a:p>
            <a:r>
              <a:t>-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Denklemler homojen çubuk varsayımıyla uygulanır ve sabit 1/60 saniyelik RK4 alt adımlarıyla çözülür. Fizik noise koşuluna göre değişmez.</a:t>
            </a:r>
          </a:p>
          <a:p>
            <a:endParaRPr/>
          </a:p>
          <a:p>
            <a:r>
              <a:t>[Sources]</a:t>
            </a:r>
          </a:p>
          <a:p>
            <a:r>
              <a:t>- Ludolph et al. (2017): https://doi.org/10.1038/s41598-017-13510-0</a:t>
            </a:r>
          </a:p>
          <a:p>
            <a:r>
              <a:t>-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0–2–5–8–25% seti Treviño'nun tüm koşullarının birebir kopyası değildir; eğrinin sıfır, düşük, beklenen optimum çevresi ve yüksek-noise bölgelerini örnekleyen beş seviyeli uyarlamadır.</a:t>
            </a:r>
          </a:p>
          <a:p>
            <a:endParaRPr/>
          </a:p>
          <a:p>
            <a:r>
              <a:t>[Sources]</a:t>
            </a:r>
          </a:p>
          <a:p>
            <a:r>
              <a:t>- Tanaka et al. (2025): https://doi.org/10.1109/ACCESS.2025.3572082</a:t>
            </a:r>
          </a:p>
          <a:p>
            <a:r>
              <a:t>- Treviño et al. (2016): https://doi.org/10.3389/fnhum.2016.00572</a:t>
            </a:r>
          </a:p>
          <a:p>
            <a:r>
              <a:t>- PsychoPy NoiseStim: https://psychopy.github.io/psychopy-visionscience/coder/NoiseStim/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Mini-blok yaklaşımı her beş trial içinde bütün noise koşullarının görülmesini sağlar. Böylece öğrenme ve yorgunluk belirli bir noise koşulunda toplanmaz.</a:t>
            </a:r>
          </a:p>
          <a:p>
            <a:endParaRPr/>
          </a:p>
          <a:p>
            <a:r>
              <a:t>[Sources]</a:t>
            </a:r>
          </a:p>
          <a:p>
            <a:r>
              <a:t>- Treviño et al. (2016), pseudo-random/interleaved noise trials: https://doi.org/10.3389/fnhum.2016.00572</a:t>
            </a:r>
          </a:p>
          <a:p>
            <a:r>
              <a:t>-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Eski frame-bağımlı yaklaşımda 120 Hz ekran fiziği iki kat hızlandırabilir, ağır noise ise yavaşlatabilirdi. v1.3.0 gerçek geçen zamanı sabit RK4 alt adımlarına çevirir; bu nedenle input gain noise koşuluna bağlı olmaz.</a:t>
            </a:r>
          </a:p>
          <a:p>
            <a:endParaRPr/>
          </a:p>
          <a:p>
            <a:r>
              <a:t>[Sources]</a:t>
            </a:r>
          </a:p>
          <a:p>
            <a:r>
              <a:t>- PsychoPy timing guidance: https://psychopy.org/general/timing/index.html</a:t>
            </a:r>
          </a:p>
          <a:p>
            <a:r>
              <a:t>- PsychoPy NoiseStim performance note: https://psychopy.github.io/psychopy-visionscience/coder/NoiseStim/</a:t>
            </a:r>
          </a:p>
          <a:p>
            <a:r>
              <a:t>-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Performans analizi trial_summary üzerinden yapılır. frame_data mekanizma ve ayrıntılı kontrol davranışı için saklanır; metadata ise reprodüksiyon ve teknik kalite kontrol içindir.</a:t>
            </a:r>
          </a:p>
          <a:p>
            <a:endParaRPr/>
          </a:p>
          <a:p>
            <a:r>
              <a:t>[Sources]</a:t>
            </a:r>
          </a:p>
          <a:p>
            <a:r>
              <a:t>-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MAE ana bağımlı değişkendir; RMS saklanmaya devam eder. Failure-adjusted açı hatası pilotta keşifsel kalır çünkü çalışma-özel, standart olmayan bir ölçüttür.</a:t>
            </a:r>
          </a:p>
          <a:p>
            <a:endParaRPr/>
          </a:p>
          <a:p>
            <a:r>
              <a:t>[Sources]</a:t>
            </a:r>
          </a:p>
          <a:p>
            <a:r>
              <a:t>- Project analysis plan; project code v1.3.0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küçük örneklemle kesin etki testi yerine teknik kalite, görev zorluğu, koşul aralığı ve varyans tahmini üretir. Ana örneklem planı pilot etki büyüklüğü ve belirsizliğine göre yapılmalıdır.</a:t>
            </a:r>
          </a:p>
          <a:p>
            <a:endParaRPr/>
          </a:p>
          <a:p>
            <a:r>
              <a:t>[Sources]</a:t>
            </a:r>
          </a:p>
          <a:p>
            <a:r>
              <a:t>- Pilot study rationale; project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Sunumdaki tüm dış kaynaklar burada toplu olarak verilmiştir; ilgili slaytların konuşmacı notlarında da kaynak blokları bulunur.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https://doi.org/10.1038/s41598-017-13510-0</a:t>
            </a:r>
          </a:p>
          <a:p>
            <a:r>
              <a:t>- https://doi.org/10.1109/ACCESS.2025.3572082</a:t>
            </a:r>
          </a:p>
          <a:p>
            <a:r>
              <a:t>- https://doi.org/10.3389/fnhum.2016.00572</a:t>
            </a:r>
          </a:p>
          <a:p>
            <a:r>
              <a:t>- https://psychopy.github.io/psychopy-visionscience/coder/NoiseStim/</a:t>
            </a:r>
          </a:p>
          <a:p>
            <a:r>
              <a:t>- https://psychopy.org/general/timing/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37A9E449-1BE1-4E0D-8920-749715C3BB81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PİLOT ÇALIŞMA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BC9E3B2-AF83-47AE-BE49-4E8EDE5E63BD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Görsel noise altında</a:t>
            </a:r>
          </a:p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cart–pole stabilizasyonu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7DA337B-D9E6-435B-B795-77CFB3F4FE08}"/>
              </a:ext>
            </a:extLst>
          </p:cNvPr>
          <p:cNvSpPr>
            <a:spLocks noGrp="1"/>
          </p:cNvSpPr>
          <p:nvPr/>
        </p:nvSpPr>
        <p:spPr>
          <a:xfrm>
            <a:off x="533400" y="45720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Deney tasarımı • PsychoPy kodu • veri ve analiz planı</a:t>
            </a:r>
          </a:p>
        </p:txBody>
      </p:sp>
      <p:sp>
        <p:nvSpPr>
          <p:cNvPr id="4" name="cover-field">
            <a:extLst>
              <a:ext uri="{FF2B5EF4-FFF2-40B4-BE49-F238E27FC236}">
                <a16:creationId xmlns:a16="http://schemas.microsoft.com/office/drawing/2014/main" id="{78F924F9-4EF5-4326-801D-9458EF3EBF10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over-track">
            <a:extLst>
              <a:ext uri="{FF2B5EF4-FFF2-40B4-BE49-F238E27FC236}">
                <a16:creationId xmlns:a16="http://schemas.microsoft.com/office/drawing/2014/main" id="{0ED9518B-A6A9-4406-B508-4A4DD3900D23}"/>
              </a:ext>
            </a:extLst>
          </p:cNvPr>
          <p:cNvSpPr>
            <a:spLocks noGrp="1"/>
          </p:cNvSpPr>
          <p:nvPr/>
        </p:nvSpPr>
        <p:spPr>
          <a:xfrm>
            <a:off x="9715500" y="5072063"/>
            <a:ext cx="1619250" cy="476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cover-cart">
            <a:extLst>
              <a:ext uri="{FF2B5EF4-FFF2-40B4-BE49-F238E27FC236}">
                <a16:creationId xmlns:a16="http://schemas.microsoft.com/office/drawing/2014/main" id="{1CBF14A3-DE4B-4E97-B8C9-95FFC26A353C}"/>
              </a:ext>
            </a:extLst>
          </p:cNvPr>
          <p:cNvSpPr>
            <a:spLocks noGrp="1"/>
          </p:cNvSpPr>
          <p:nvPr/>
        </p:nvSpPr>
        <p:spPr>
          <a:xfrm>
            <a:off x="10287000" y="4648200"/>
            <a:ext cx="552450" cy="4381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cover-pole">
            <a:extLst>
              <a:ext uri="{FF2B5EF4-FFF2-40B4-BE49-F238E27FC236}">
                <a16:creationId xmlns:a16="http://schemas.microsoft.com/office/drawing/2014/main" id="{AD949525-E734-4DA8-BD60-00B99978F56D}"/>
              </a:ext>
            </a:extLst>
          </p:cNvPr>
          <p:cNvSpPr>
            <a:spLocks noGrp="1"/>
          </p:cNvSpPr>
          <p:nvPr/>
        </p:nvSpPr>
        <p:spPr>
          <a:xfrm rot="-6326379">
            <a:off x="9249431" y="3605213"/>
            <a:ext cx="2075139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cover-pivot">
            <a:extLst>
              <a:ext uri="{FF2B5EF4-FFF2-40B4-BE49-F238E27FC236}">
                <a16:creationId xmlns:a16="http://schemas.microsoft.com/office/drawing/2014/main" id="{D911511F-4ED5-4460-B444-15C3BD7FC317}"/>
              </a:ext>
            </a:extLst>
          </p:cNvPr>
          <p:cNvSpPr>
            <a:spLocks noGrp="1"/>
          </p:cNvSpPr>
          <p:nvPr/>
        </p:nvSpPr>
        <p:spPr>
          <a:xfrm>
            <a:off x="10496550" y="4572000"/>
            <a:ext cx="133350" cy="133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21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2">
            <a:extLst>
              <a:ext uri="{FF2B5EF4-FFF2-40B4-BE49-F238E27FC236}">
                <a16:creationId xmlns:a16="http://schemas.microsoft.com/office/drawing/2014/main" id="{9E394F09-EFEE-4EA2-90FC-79047E49F15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Temel soru: az miktarda görsel noise kontrolü iyileştirebilir mi?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A4372CBD-CB3A-48EF-9513-98326A007D01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931D35FB-45D3-4CFA-AF06-0C70B1A5B0E6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583" lnSpcReduction="1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2455204-7AF3-455D-BD4E-0374E21090B5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Stochastic resonance hipotezi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DBDF3BE-AAA8-4666-BE28-FF367FD06238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4095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Orta düzey noise, zayıf/dinamik görsel sinyalin algılanmasını kolaylaştırabilir; yüksek noise ise sinyali maskeler.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46E5301-693F-42BA-AC51-86C2D47300A6}"/>
              </a:ext>
            </a:extLst>
          </p:cNvPr>
          <p:cNvSpPr>
            <a:spLocks noGrp="1"/>
          </p:cNvSpPr>
          <p:nvPr/>
        </p:nvSpPr>
        <p:spPr>
          <a:xfrm>
            <a:off x="533400" y="38576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 beklenti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B012DEB-04A5-4FE2-B887-18653D24ACD6}"/>
              </a:ext>
            </a:extLst>
          </p:cNvPr>
          <p:cNvSpPr>
            <a:spLocks noGrp="1"/>
          </p:cNvSpPr>
          <p:nvPr/>
        </p:nvSpPr>
        <p:spPr>
          <a:xfrm>
            <a:off x="533400" y="4267200"/>
            <a:ext cx="4095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778"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Absolute Pole Angle için U-biçimli ilişki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334000" y="1476375"/>
          <a:ext cx="6191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77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3">
            <a:extLst>
              <a:ext uri="{FF2B5EF4-FFF2-40B4-BE49-F238E27FC236}">
                <a16:creationId xmlns:a16="http://schemas.microsoft.com/office/drawing/2014/main" id="{661EC110-CADD-4203-A7A2-2A024F092F6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üç kaynağın yöntemsel parçalarını tek görevde birleştiriyor</a:t>
            </a:r>
          </a:p>
        </p:txBody>
      </p:sp>
      <p:sp>
        <p:nvSpPr>
          <p:cNvPr id="2" name="title-rule-3">
            <a:extLst>
              <a:ext uri="{FF2B5EF4-FFF2-40B4-BE49-F238E27FC236}">
                <a16:creationId xmlns:a16="http://schemas.microsoft.com/office/drawing/2014/main" id="{D3EB3209-0EED-42BD-AB54-115A1BC97432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53105D5D-1D28-4973-87E3-A5CAFF72537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E6CEAD23-6452-46C0-85E1-1D62FC53E244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07CC149-69B9-4E59-8B83-4AFA3CA76BD9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 et al. (2017)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1427187-1F45-4757-8C8D-E6CFC80D1F0D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İnsan tarafından kontrol edilen fiziksel cart–pole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6EDAF196-DBA9-428C-8915-EA1380E5BAB3}"/>
              </a:ext>
            </a:extLst>
          </p:cNvPr>
          <p:cNvSpPr>
            <a:spLocks noGrp="1"/>
          </p:cNvSpPr>
          <p:nvPr/>
        </p:nvSpPr>
        <p:spPr>
          <a:xfrm>
            <a:off x="4524375" y="2066925"/>
            <a:ext cx="762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C20C16F-84C5-401C-B2AB-0CCE25005F7B}"/>
              </a:ext>
            </a:extLst>
          </p:cNvPr>
          <p:cNvSpPr>
            <a:spLocks noGrp="1"/>
          </p:cNvSpPr>
          <p:nvPr/>
        </p:nvSpPr>
        <p:spPr>
          <a:xfrm>
            <a:off x="5619750" y="1685925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Kütleler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uzunluk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g,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kuvvet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sınırlar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RK4 </a:t>
            </a:r>
            <a:r>
              <a:rPr lang="tr-TR"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(animasyon için gerekli fizik hesaplama)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60 Hz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D64C79AC-CBF1-4AD2-AD8B-13B9DED933CB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228600" cy="2286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B543A5-4F4F-4F78-89D2-780D3C8C1C6C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Tanaka et al. (2025)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6CA7FD1-862F-451A-95DD-6CB3BCDB3E5F}"/>
              </a:ext>
            </a:extLst>
          </p:cNvPr>
          <p:cNvSpPr>
            <a:spLocks noGrp="1"/>
          </p:cNvSpPr>
          <p:nvPr/>
        </p:nvSpPr>
        <p:spPr>
          <a:xfrm>
            <a:off x="952500" y="35528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Ekranda fiziksel ölçekleme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D10EB54E-4745-4509-A1CB-A0F394AAF552}"/>
              </a:ext>
            </a:extLst>
          </p:cNvPr>
          <p:cNvSpPr>
            <a:spLocks noGrp="1"/>
          </p:cNvSpPr>
          <p:nvPr/>
        </p:nvSpPr>
        <p:spPr>
          <a:xfrm>
            <a:off x="4524375" y="3590925"/>
            <a:ext cx="762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B4ECBC6-81BA-40A7-B167-D991975790C0}"/>
              </a:ext>
            </a:extLst>
          </p:cNvPr>
          <p:cNvSpPr>
            <a:spLocks noGrp="1"/>
          </p:cNvSpPr>
          <p:nvPr/>
        </p:nvSpPr>
        <p:spPr>
          <a:xfrm>
            <a:off x="5619750" y="3209925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sanal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metre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= 2.3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fiziksel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cm</a:t>
            </a:r>
            <a:r>
              <a:rPr lang="tr-TR"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fiziksel denklemler ve çözümlemeleri</a:t>
            </a:r>
            <a:endParaRPr sz="187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75247432-3C2A-4774-94BF-6A69F460CC80}"/>
              </a:ext>
            </a:extLst>
          </p:cNvPr>
          <p:cNvSpPr>
            <a:spLocks noGrp="1"/>
          </p:cNvSpPr>
          <p:nvPr/>
        </p:nvSpPr>
        <p:spPr>
          <a:xfrm>
            <a:off x="533400" y="4733925"/>
            <a:ext cx="228600" cy="228600"/>
          </a:xfrm>
          <a:prstGeom prst="ellipse">
            <a:avLst/>
          </a:prstGeom>
          <a:solidFill>
            <a:srgbClr val="8BCF9B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E4F358A1-E6A2-4BAB-BFD7-F11ACAEC3F31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Treviño et al. (2016)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40A9A4D-4C0C-457C-B853-7EE4411F77E5}"/>
              </a:ext>
            </a:extLst>
          </p:cNvPr>
          <p:cNvSpPr>
            <a:spLocks noGrp="1"/>
          </p:cNvSpPr>
          <p:nvPr/>
        </p:nvSpPr>
        <p:spPr>
          <a:xfrm>
            <a:off x="952500" y="50768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Dinamik görsel noise ve SR hipotezi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45B26756-B777-41A9-AB09-DEC188F90B34}"/>
              </a:ext>
            </a:extLst>
          </p:cNvPr>
          <p:cNvSpPr>
            <a:spLocks noGrp="1"/>
          </p:cNvSpPr>
          <p:nvPr/>
        </p:nvSpPr>
        <p:spPr>
          <a:xfrm>
            <a:off x="4524375" y="5114925"/>
            <a:ext cx="762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303C2A6-7619-4629-9132-8F7450163C4A}"/>
              </a:ext>
            </a:extLst>
          </p:cNvPr>
          <p:cNvSpPr>
            <a:spLocks noGrp="1"/>
          </p:cNvSpPr>
          <p:nvPr/>
        </p:nvSpPr>
        <p:spPr>
          <a:xfrm>
            <a:off x="5619750" y="4733925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tr-TR" sz="1875" b="1" dirty="0"/>
              <a:t>Her karede yenilenen </a:t>
            </a:r>
            <a:r>
              <a:rPr lang="tr-TR" sz="1875" b="1" dirty="0" err="1"/>
              <a:t>uniform</a:t>
            </a:r>
            <a:r>
              <a:rPr lang="tr-TR" sz="1875" b="1" dirty="0"/>
              <a:t> görsel </a:t>
            </a:r>
            <a:r>
              <a:rPr lang="tr-TR" sz="1875" b="1" dirty="0" err="1"/>
              <a:t>noise</a:t>
            </a:r>
            <a:r>
              <a:rPr lang="tr-TR" sz="1875" b="1" dirty="0"/>
              <a:t>; </a:t>
            </a:r>
            <a:r>
              <a:rPr lang="tr-TR" sz="1875" b="1" dirty="0" err="1"/>
              <a:t>noise</a:t>
            </a:r>
            <a:r>
              <a:rPr lang="tr-TR" sz="1875" b="1" dirty="0"/>
              <a:t> tanecik boyutu: 0.04° görsel açı</a:t>
            </a:r>
            <a:endParaRPr sz="187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F0CA3824-4604-A79C-688A-70899CE68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174" y="5424484"/>
            <a:ext cx="4238656" cy="74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4">
            <a:extLst>
              <a:ext uri="{FF2B5EF4-FFF2-40B4-BE49-F238E27FC236}">
                <a16:creationId xmlns:a16="http://schemas.microsoft.com/office/drawing/2014/main" id="{B4430CA1-B5A2-41FD-B613-FB0D8A7D60E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Katılımcı cart’ı hareket ettirerek pole’u dik tutmaya çalışıyor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872A0F56-1AD5-4094-9805-1DA4F6CC4C89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C177BEC8-F662-404D-ACAF-DAE29B74B70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ask-track">
            <a:extLst>
              <a:ext uri="{FF2B5EF4-FFF2-40B4-BE49-F238E27FC236}">
                <a16:creationId xmlns:a16="http://schemas.microsoft.com/office/drawing/2014/main" id="{8819F8C4-1572-42A9-A7B5-16A6B3C5DC5B}"/>
              </a:ext>
            </a:extLst>
          </p:cNvPr>
          <p:cNvSpPr>
            <a:spLocks noGrp="1"/>
          </p:cNvSpPr>
          <p:nvPr/>
        </p:nvSpPr>
        <p:spPr>
          <a:xfrm>
            <a:off x="6381750" y="4886325"/>
            <a:ext cx="4476750" cy="38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ask-pole">
            <a:extLst>
              <a:ext uri="{FF2B5EF4-FFF2-40B4-BE49-F238E27FC236}">
                <a16:creationId xmlns:a16="http://schemas.microsoft.com/office/drawing/2014/main" id="{1EA474EA-4B44-4CAE-8910-B280AB3E4008}"/>
              </a:ext>
            </a:extLst>
          </p:cNvPr>
          <p:cNvSpPr>
            <a:spLocks noGrp="1"/>
          </p:cNvSpPr>
          <p:nvPr/>
        </p:nvSpPr>
        <p:spPr>
          <a:xfrm rot="-6662251">
            <a:off x="6674321" y="3038475"/>
            <a:ext cx="2653358" cy="1143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left-limit">
            <a:extLst>
              <a:ext uri="{FF2B5EF4-FFF2-40B4-BE49-F238E27FC236}">
                <a16:creationId xmlns:a16="http://schemas.microsoft.com/office/drawing/2014/main" id="{7D1B5F4D-65C0-4D3A-9742-43A3A8DF6D31}"/>
              </a:ext>
            </a:extLst>
          </p:cNvPr>
          <p:cNvSpPr>
            <a:spLocks noGrp="1"/>
          </p:cNvSpPr>
          <p:nvPr/>
        </p:nvSpPr>
        <p:spPr>
          <a:xfrm rot="-9004491">
            <a:off x="6374438" y="3752850"/>
            <a:ext cx="2253000" cy="38100"/>
          </a:xfrm>
          <a:prstGeom prst="rect">
            <a:avLst/>
          </a:prstGeom>
          <a:solidFill>
            <a:srgbClr val="8BCF9B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right-limit">
            <a:extLst>
              <a:ext uri="{FF2B5EF4-FFF2-40B4-BE49-F238E27FC236}">
                <a16:creationId xmlns:a16="http://schemas.microsoft.com/office/drawing/2014/main" id="{07B780D6-CA87-4E4B-B9B0-8CFC97CA7EF4}"/>
              </a:ext>
            </a:extLst>
          </p:cNvPr>
          <p:cNvSpPr>
            <a:spLocks noGrp="1"/>
          </p:cNvSpPr>
          <p:nvPr/>
        </p:nvSpPr>
        <p:spPr>
          <a:xfrm rot="-1795509">
            <a:off x="8327063" y="3752850"/>
            <a:ext cx="2253000" cy="38100"/>
          </a:xfrm>
          <a:prstGeom prst="rect">
            <a:avLst/>
          </a:prstGeom>
          <a:solidFill>
            <a:srgbClr val="8BCF9B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ask-cart">
            <a:extLst>
              <a:ext uri="{FF2B5EF4-FFF2-40B4-BE49-F238E27FC236}">
                <a16:creationId xmlns:a16="http://schemas.microsoft.com/office/drawing/2014/main" id="{A9F49434-6B45-4484-8926-A401186017C3}"/>
              </a:ext>
            </a:extLst>
          </p:cNvPr>
          <p:cNvSpPr>
            <a:spLocks noGrp="1"/>
          </p:cNvSpPr>
          <p:nvPr/>
        </p:nvSpPr>
        <p:spPr>
          <a:xfrm>
            <a:off x="8001000" y="4333875"/>
            <a:ext cx="952500" cy="571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ask-pivot">
            <a:extLst>
              <a:ext uri="{FF2B5EF4-FFF2-40B4-BE49-F238E27FC236}">
                <a16:creationId xmlns:a16="http://schemas.microsoft.com/office/drawing/2014/main" id="{6A653ED9-4B4D-4F0D-B58C-673314D2EEAE}"/>
              </a:ext>
            </a:extLst>
          </p:cNvPr>
          <p:cNvSpPr>
            <a:spLocks noGrp="1"/>
          </p:cNvSpPr>
          <p:nvPr/>
        </p:nvSpPr>
        <p:spPr>
          <a:xfrm>
            <a:off x="8401050" y="4257675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DDF6989-94D0-48C9-80D4-EADFA5F973F3}"/>
              </a:ext>
            </a:extLst>
          </p:cNvPr>
          <p:cNvSpPr>
            <a:spLocks noGrp="1"/>
          </p:cNvSpPr>
          <p:nvPr/>
        </p:nvSpPr>
        <p:spPr>
          <a:xfrm>
            <a:off x="8048625" y="2714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ctr">
              <a:defRPr sz="1800" b="1">
                <a:solidFill>
                  <a:srgbClr val="3A87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A874C"/>
                </a:solidFill>
                <a:latin typeface="Arial"/>
                <a:ea typeface="Arial"/>
                <a:cs typeface="Arial"/>
              </a:rPr>
              <a:t>±60°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E441FA4-F372-4391-AB9C-AF03D640D282}"/>
              </a:ext>
            </a:extLst>
          </p:cNvPr>
          <p:cNvSpPr>
            <a:spLocks noGrp="1"/>
          </p:cNvSpPr>
          <p:nvPr/>
        </p:nvSpPr>
        <p:spPr>
          <a:xfrm>
            <a:off x="7762875" y="5238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±5 m ray sınırı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02EBB43-FDCA-46FA-8EE6-2AD73466F668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Görev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F7661F0-88F6-4BDD-9B98-E9342A95ED9E}"/>
              </a:ext>
            </a:extLst>
          </p:cNvPr>
          <p:cNvSpPr>
            <a:spLocks noGrp="1"/>
          </p:cNvSpPr>
          <p:nvPr/>
        </p:nvSpPr>
        <p:spPr>
          <a:xfrm>
            <a:off x="533400" y="2143125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Pole’u mümkün olduğunca 0°’ye yakın tut</a:t>
            </a:r>
          </a:p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Cart’ı ray merkezine yakın tut</a:t>
            </a:r>
          </a:p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Joystick/klavye ile −4…+4 N uygula</a:t>
            </a:r>
          </a:p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Sınır aşılırsa sistem aynı trial içinde resetlenir</a:t>
            </a:r>
          </a:p>
        </p:txBody>
      </p:sp>
      <p:sp>
        <p:nvSpPr>
          <p:cNvPr id="14" name="task-goal">
            <a:extLst>
              <a:ext uri="{FF2B5EF4-FFF2-40B4-BE49-F238E27FC236}">
                <a16:creationId xmlns:a16="http://schemas.microsoft.com/office/drawing/2014/main" id="{A2B3139E-8A76-4A2E-A656-A4BE195E017E}"/>
              </a:ext>
            </a:extLst>
          </p:cNvPr>
          <p:cNvSpPr>
            <a:spLocks noGrp="1"/>
          </p:cNvSpPr>
          <p:nvPr/>
        </p:nvSpPr>
        <p:spPr>
          <a:xfrm>
            <a:off x="533400" y="4810125"/>
            <a:ext cx="4857750" cy="809625"/>
          </a:xfrm>
          <a:prstGeom prst="rect">
            <a:avLst/>
          </a:prstGeom>
          <a:solidFill>
            <a:srgbClr val="E6F5E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C3BE556-8A1B-4A51-AEE5-45C4DCCE1965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447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4427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Başarı = düşük açı hatası + az failure + makul kontrol eforu</a:t>
            </a:r>
          </a:p>
        </p:txBody>
      </p:sp>
    </p:spTree>
    <p:extLst>
      <p:ext uri="{BB962C8B-B14F-4D97-AF65-F5344CB8AC3E}">
        <p14:creationId xmlns:p14="http://schemas.microsoft.com/office/powerpoint/2010/main" val="79570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-5">
            <a:extLst>
              <a:ext uri="{FF2B5EF4-FFF2-40B4-BE49-F238E27FC236}">
                <a16:creationId xmlns:a16="http://schemas.microsoft.com/office/drawing/2014/main" id="{D459E805-F6A2-461F-B46F-38121206817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Fiziksel parametreler Ludolph ile sabitlenmiştir</a:t>
            </a:r>
          </a:p>
        </p:txBody>
      </p:sp>
      <p:sp>
        <p:nvSpPr>
          <p:cNvPr id="2" name="title-rule-5">
            <a:extLst>
              <a:ext uri="{FF2B5EF4-FFF2-40B4-BE49-F238E27FC236}">
                <a16:creationId xmlns:a16="http://schemas.microsoft.com/office/drawing/2014/main" id="{E2BA701B-1453-4F04-BBAE-9C43976D13E8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10F99A0E-33F9-4B4E-9C54-2DD62904ECA7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header-0">
            <a:extLst>
              <a:ext uri="{FF2B5EF4-FFF2-40B4-BE49-F238E27FC236}">
                <a16:creationId xmlns:a16="http://schemas.microsoft.com/office/drawing/2014/main" id="{CA11A153-FD4C-4FE7-8B9C-2330F7C5322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43815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A3E34A2-75E2-4C90-AB3B-A8F38356C633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Parametre</a:t>
            </a:r>
          </a:p>
        </p:txBody>
      </p:sp>
      <p:sp>
        <p:nvSpPr>
          <p:cNvPr id="6" name="header-1">
            <a:extLst>
              <a:ext uri="{FF2B5EF4-FFF2-40B4-BE49-F238E27FC236}">
                <a16:creationId xmlns:a16="http://schemas.microsoft.com/office/drawing/2014/main" id="{2416DF29-E902-461D-A979-82D4CD4A1B90}"/>
              </a:ext>
            </a:extLst>
          </p:cNvPr>
          <p:cNvSpPr>
            <a:spLocks noGrp="1"/>
          </p:cNvSpPr>
          <p:nvPr/>
        </p:nvSpPr>
        <p:spPr>
          <a:xfrm>
            <a:off x="4914900" y="1381125"/>
            <a:ext cx="23812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1011D66-C9A1-4A8C-B4FE-8F20ACF7FA03}"/>
              </a:ext>
            </a:extLst>
          </p:cNvPr>
          <p:cNvSpPr>
            <a:spLocks noGrp="1"/>
          </p:cNvSpPr>
          <p:nvPr/>
        </p:nvSpPr>
        <p:spPr>
          <a:xfrm>
            <a:off x="5029200" y="145732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değeri</a:t>
            </a:r>
          </a:p>
        </p:txBody>
      </p:sp>
      <p:sp>
        <p:nvSpPr>
          <p:cNvPr id="8" name="header-2">
            <a:extLst>
              <a:ext uri="{FF2B5EF4-FFF2-40B4-BE49-F238E27FC236}">
                <a16:creationId xmlns:a16="http://schemas.microsoft.com/office/drawing/2014/main" id="{98E83BCF-CCBC-49A4-9E70-41E4FD476E76}"/>
              </a:ext>
            </a:extLst>
          </p:cNvPr>
          <p:cNvSpPr>
            <a:spLocks noGrp="1"/>
          </p:cNvSpPr>
          <p:nvPr/>
        </p:nvSpPr>
        <p:spPr>
          <a:xfrm>
            <a:off x="7296150" y="1381125"/>
            <a:ext cx="436245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9A64EB7-8F3D-4130-8C88-6F37C82DAEC1}"/>
              </a:ext>
            </a:extLst>
          </p:cNvPr>
          <p:cNvSpPr>
            <a:spLocks noGrp="1"/>
          </p:cNvSpPr>
          <p:nvPr/>
        </p:nvSpPr>
        <p:spPr>
          <a:xfrm>
            <a:off x="7410450" y="145732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Kaynak / karar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178A12E-2BEA-4EC6-B345-53A931F99E4D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Cart / pole kütlesi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8D2D6F-82D3-4DC3-8624-6E3355C497DD}"/>
              </a:ext>
            </a:extLst>
          </p:cNvPr>
          <p:cNvSpPr>
            <a:spLocks noGrp="1"/>
          </p:cNvSpPr>
          <p:nvPr/>
        </p:nvSpPr>
        <p:spPr>
          <a:xfrm>
            <a:off x="5029200" y="18859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0.40 / 0.08 kg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5F803BD-8B41-4531-869B-235CB3414966}"/>
              </a:ext>
            </a:extLst>
          </p:cNvPr>
          <p:cNvSpPr>
            <a:spLocks noGrp="1"/>
          </p:cNvSpPr>
          <p:nvPr/>
        </p:nvSpPr>
        <p:spPr>
          <a:xfrm>
            <a:off x="7410450" y="1885950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</a:t>
            </a: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6D8405AE-74F7-49DF-AF40-6A7026814302}"/>
              </a:ext>
            </a:extLst>
          </p:cNvPr>
          <p:cNvSpPr>
            <a:spLocks noGrp="1"/>
          </p:cNvSpPr>
          <p:nvPr/>
        </p:nvSpPr>
        <p:spPr>
          <a:xfrm>
            <a:off x="533400" y="223361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E7E8CA6-AC34-4EEA-8EF7-F7407093AF5E}"/>
              </a:ext>
            </a:extLst>
          </p:cNvPr>
          <p:cNvSpPr>
            <a:spLocks noGrp="1"/>
          </p:cNvSpPr>
          <p:nvPr/>
        </p:nvSpPr>
        <p:spPr>
          <a:xfrm>
            <a:off x="647700" y="2428875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Pole toplam uzunluğu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E5A9AF9-B9BE-4093-A782-9A36ED7B733B}"/>
              </a:ext>
            </a:extLst>
          </p:cNvPr>
          <p:cNvSpPr>
            <a:spLocks noGrp="1"/>
          </p:cNvSpPr>
          <p:nvPr/>
        </p:nvSpPr>
        <p:spPr>
          <a:xfrm>
            <a:off x="5029200" y="242887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1.00 m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9779F66-62AC-4277-B9C5-53F96EE50A78}"/>
              </a:ext>
            </a:extLst>
          </p:cNvPr>
          <p:cNvSpPr>
            <a:spLocks noGrp="1"/>
          </p:cNvSpPr>
          <p:nvPr/>
        </p:nvSpPr>
        <p:spPr>
          <a:xfrm>
            <a:off x="7410450" y="24288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95DDFE1A-70BE-4FE6-A398-0E15B942D9A9}"/>
              </a:ext>
            </a:extLst>
          </p:cNvPr>
          <p:cNvSpPr>
            <a:spLocks noGrp="1"/>
          </p:cNvSpPr>
          <p:nvPr/>
        </p:nvSpPr>
        <p:spPr>
          <a:xfrm>
            <a:off x="533400" y="27765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1401C81-4C7C-42AE-86C3-949D82DEE7F4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Yerçekimi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11777DAA-3AB0-47A6-9494-6A8B79C03800}"/>
              </a:ext>
            </a:extLst>
          </p:cNvPr>
          <p:cNvSpPr>
            <a:spLocks noGrp="1"/>
          </p:cNvSpPr>
          <p:nvPr/>
        </p:nvSpPr>
        <p:spPr>
          <a:xfrm>
            <a:off x="5029200" y="297180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1.00 m/s²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64C59C7-2F3E-4556-9AD3-69DDAFFF5E80}"/>
              </a:ext>
            </a:extLst>
          </p:cNvPr>
          <p:cNvSpPr>
            <a:spLocks noGrp="1"/>
          </p:cNvSpPr>
          <p:nvPr/>
        </p:nvSpPr>
        <p:spPr>
          <a:xfrm>
            <a:off x="7410450" y="2971800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Ludolph’un başlangıç seviyesi; pilotta sabit</a:t>
            </a: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056EE9E5-E244-4E3F-B8D8-3E49758534F4}"/>
              </a:ext>
            </a:extLst>
          </p:cNvPr>
          <p:cNvSpPr>
            <a:spLocks noGrp="1"/>
          </p:cNvSpPr>
          <p:nvPr/>
        </p:nvSpPr>
        <p:spPr>
          <a:xfrm>
            <a:off x="533400" y="33194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F9B820B-9553-4453-BD77-9D8DC4EFE88F}"/>
              </a:ext>
            </a:extLst>
          </p:cNvPr>
          <p:cNvSpPr>
            <a:spLocks noGrp="1"/>
          </p:cNvSpPr>
          <p:nvPr/>
        </p:nvSpPr>
        <p:spPr>
          <a:xfrm>
            <a:off x="647700" y="3514725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Kuvvet sınırı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F78F3BB-BE69-4A03-BF66-937F0349FAB4}"/>
              </a:ext>
            </a:extLst>
          </p:cNvPr>
          <p:cNvSpPr>
            <a:spLocks noGrp="1"/>
          </p:cNvSpPr>
          <p:nvPr/>
        </p:nvSpPr>
        <p:spPr>
          <a:xfrm>
            <a:off x="5029200" y="351472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±4 N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23EFDB5A-A210-4212-AC91-510B06C44D0B}"/>
              </a:ext>
            </a:extLst>
          </p:cNvPr>
          <p:cNvSpPr>
            <a:spLocks noGrp="1"/>
          </p:cNvSpPr>
          <p:nvPr/>
        </p:nvSpPr>
        <p:spPr>
          <a:xfrm>
            <a:off x="7410450" y="351472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</a:t>
            </a:r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20B2206C-38B1-4CAE-B907-57E61CA437E8}"/>
              </a:ext>
            </a:extLst>
          </p:cNvPr>
          <p:cNvSpPr>
            <a:spLocks noGrp="1"/>
          </p:cNvSpPr>
          <p:nvPr/>
        </p:nvSpPr>
        <p:spPr>
          <a:xfrm>
            <a:off x="533400" y="386238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97BB634C-B97F-423C-996F-FFE237444F69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Ray / açı sınırı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7DF1328E-31B8-49BE-95FC-12A6F63B0C11}"/>
              </a:ext>
            </a:extLst>
          </p:cNvPr>
          <p:cNvSpPr>
            <a:spLocks noGrp="1"/>
          </p:cNvSpPr>
          <p:nvPr/>
        </p:nvSpPr>
        <p:spPr>
          <a:xfrm>
            <a:off x="5029200" y="40576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±5 m / ±60°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687D9F7F-E1BB-46E0-86D5-75E71D352D65}"/>
              </a:ext>
            </a:extLst>
          </p:cNvPr>
          <p:cNvSpPr>
            <a:spLocks noGrp="1"/>
          </p:cNvSpPr>
          <p:nvPr/>
        </p:nvSpPr>
        <p:spPr>
          <a:xfrm>
            <a:off x="7410450" y="4057650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04BFA021-994F-4BE2-BBB3-7A25D0940077}"/>
              </a:ext>
            </a:extLst>
          </p:cNvPr>
          <p:cNvSpPr>
            <a:spLocks noGrp="1"/>
          </p:cNvSpPr>
          <p:nvPr/>
        </p:nvSpPr>
        <p:spPr>
          <a:xfrm>
            <a:off x="533400" y="440531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E2F4141A-7E03-46EA-A054-1989B63D373B}"/>
              </a:ext>
            </a:extLst>
          </p:cNvPr>
          <p:cNvSpPr>
            <a:spLocks noGrp="1"/>
          </p:cNvSpPr>
          <p:nvPr/>
        </p:nvSpPr>
        <p:spPr>
          <a:xfrm>
            <a:off x="647700" y="4600575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Başlangıç açısı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7D057621-2C1C-4C55-A80D-514AEB5CD61B}"/>
              </a:ext>
            </a:extLst>
          </p:cNvPr>
          <p:cNvSpPr>
            <a:spLocks noGrp="1"/>
          </p:cNvSpPr>
          <p:nvPr/>
        </p:nvSpPr>
        <p:spPr>
          <a:xfrm>
            <a:off x="5029200" y="460057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U(−7.5°, +7.5°)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33E8B3B7-4670-4C26-9BF8-E3E30060EA1A}"/>
              </a:ext>
            </a:extLst>
          </p:cNvPr>
          <p:cNvSpPr>
            <a:spLocks noGrp="1"/>
          </p:cNvSpPr>
          <p:nvPr/>
        </p:nvSpPr>
        <p:spPr>
          <a:xfrm>
            <a:off x="7410450" y="46005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</a:t>
            </a:r>
          </a:p>
        </p:txBody>
      </p:sp>
      <p:sp>
        <p:nvSpPr>
          <p:cNvPr id="33" name="line">
            <a:extLst>
              <a:ext uri="{FF2B5EF4-FFF2-40B4-BE49-F238E27FC236}">
                <a16:creationId xmlns:a16="http://schemas.microsoft.com/office/drawing/2014/main" id="{E992F282-B0FA-4403-B5C1-E4F221C42BDB}"/>
              </a:ext>
            </a:extLst>
          </p:cNvPr>
          <p:cNvSpPr>
            <a:spLocks noGrp="1"/>
          </p:cNvSpPr>
          <p:nvPr/>
        </p:nvSpPr>
        <p:spPr>
          <a:xfrm>
            <a:off x="533400" y="49482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437EE018-94E5-47B5-9791-07B4AD7954DB}"/>
              </a:ext>
            </a:extLst>
          </p:cNvPr>
          <p:cNvSpPr>
            <a:spLocks noGrp="1"/>
          </p:cNvSpPr>
          <p:nvPr/>
        </p:nvSpPr>
        <p:spPr>
          <a:xfrm>
            <a:off x="647700" y="5143500"/>
            <a:ext cx="415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İntegrasyon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706197AF-CAB1-40D4-B9F9-24D95CDCE631}"/>
              </a:ext>
            </a:extLst>
          </p:cNvPr>
          <p:cNvSpPr>
            <a:spLocks noGrp="1"/>
          </p:cNvSpPr>
          <p:nvPr/>
        </p:nvSpPr>
        <p:spPr>
          <a:xfrm>
            <a:off x="5029200" y="514350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RK4, Δt = 1/60 s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C62C3097-624E-4ECF-83FA-C6A7649975D2}"/>
              </a:ext>
            </a:extLst>
          </p:cNvPr>
          <p:cNvSpPr>
            <a:spLocks noGrp="1"/>
          </p:cNvSpPr>
          <p:nvPr/>
        </p:nvSpPr>
        <p:spPr>
          <a:xfrm>
            <a:off x="7410450" y="5143500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 ile uyumlu</a:t>
            </a:r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A4729DF3-17D2-43E6-96C9-0A374819C54C}"/>
              </a:ext>
            </a:extLst>
          </p:cNvPr>
          <p:cNvSpPr>
            <a:spLocks noGrp="1"/>
          </p:cNvSpPr>
          <p:nvPr/>
        </p:nvSpPr>
        <p:spPr>
          <a:xfrm>
            <a:off x="533400" y="54911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3BA22484-642D-405B-883E-BC13DE2AEE23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Not: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Ludolph’ta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g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performansa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göre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3.5 m/s²’ye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yükseliyordu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bu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pilot noise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etkisini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izole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etmek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için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g’yi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1.0’da </a:t>
            </a:r>
            <a:r>
              <a:rPr sz="1425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tutar</a:t>
            </a:r>
            <a:r>
              <a:rPr sz="1425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23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-6">
            <a:extLst>
              <a:ext uri="{FF2B5EF4-FFF2-40B4-BE49-F238E27FC236}">
                <a16:creationId xmlns:a16="http://schemas.microsoft.com/office/drawing/2014/main" id="{0C3BBEA9-8941-43E7-949B-CE2B6760303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Görsel uyaran fiziksel ölçekte ve beş noise seviyesinde sunulur</a:t>
            </a:r>
          </a:p>
        </p:txBody>
      </p:sp>
      <p:sp>
        <p:nvSpPr>
          <p:cNvPr id="2" name="title-rule-6">
            <a:extLst>
              <a:ext uri="{FF2B5EF4-FFF2-40B4-BE49-F238E27FC236}">
                <a16:creationId xmlns:a16="http://schemas.microsoft.com/office/drawing/2014/main" id="{E6865F32-88A5-4751-992D-25BCE6A89F18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FABE141E-F4F5-4054-AE6C-9C618DB080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metric-Ekranda 1 sanal metre">
            <a:extLst>
              <a:ext uri="{FF2B5EF4-FFF2-40B4-BE49-F238E27FC236}">
                <a16:creationId xmlns:a16="http://schemas.microsoft.com/office/drawing/2014/main" id="{85681B95-1D13-449C-A33F-15BD0BA27661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3143250" cy="16192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DC1236F-10F0-438E-8A4D-010C7A918A3A}"/>
              </a:ext>
            </a:extLst>
          </p:cNvPr>
          <p:cNvSpPr>
            <a:spLocks noGrp="1"/>
          </p:cNvSpPr>
          <p:nvPr/>
        </p:nvSpPr>
        <p:spPr>
          <a:xfrm>
            <a:off x="723900" y="172402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242" lnSpcReduction="10000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2.3 cm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C96BAC4-CC02-48FC-B553-D916E4B179E4}"/>
              </a:ext>
            </a:extLst>
          </p:cNvPr>
          <p:cNvSpPr>
            <a:spLocks noGrp="1"/>
          </p:cNvSpPr>
          <p:nvPr/>
        </p:nvSpPr>
        <p:spPr>
          <a:xfrm>
            <a:off x="723900" y="246697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Ekranda 1 sanal metre</a:t>
            </a:r>
          </a:p>
        </p:txBody>
      </p:sp>
      <p:sp>
        <p:nvSpPr>
          <p:cNvPr id="7" name="metric-Noise elemanının görsel açısı">
            <a:extLst>
              <a:ext uri="{FF2B5EF4-FFF2-40B4-BE49-F238E27FC236}">
                <a16:creationId xmlns:a16="http://schemas.microsoft.com/office/drawing/2014/main" id="{03D0A265-CF9B-4451-A22E-DB183FBB5754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3143250" cy="16192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E3CD21-55B0-4ED1-83CD-FA15C4127709}"/>
              </a:ext>
            </a:extLst>
          </p:cNvPr>
          <p:cNvSpPr>
            <a:spLocks noGrp="1"/>
          </p:cNvSpPr>
          <p:nvPr/>
        </p:nvSpPr>
        <p:spPr>
          <a:xfrm>
            <a:off x="4191000" y="172402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242" lnSpcReduction="10000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0.04°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00A01A8-BE2C-40EE-B99C-C96227A5525C}"/>
              </a:ext>
            </a:extLst>
          </p:cNvPr>
          <p:cNvSpPr>
            <a:spLocks noGrp="1"/>
          </p:cNvSpPr>
          <p:nvPr/>
        </p:nvSpPr>
        <p:spPr>
          <a:xfrm>
            <a:off x="4191000" y="246697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Noise elemanının görsel açısı</a:t>
            </a:r>
          </a:p>
        </p:txBody>
      </p:sp>
      <p:sp>
        <p:nvSpPr>
          <p:cNvPr id="10" name="metric-Hedef ekran ve noise yenileme hızı">
            <a:extLst>
              <a:ext uri="{FF2B5EF4-FFF2-40B4-BE49-F238E27FC236}">
                <a16:creationId xmlns:a16="http://schemas.microsoft.com/office/drawing/2014/main" id="{7EB7EE29-6E62-4A6C-9788-6DDE0735D435}"/>
              </a:ext>
            </a:extLst>
          </p:cNvPr>
          <p:cNvSpPr>
            <a:spLocks noGrp="1"/>
          </p:cNvSpPr>
          <p:nvPr/>
        </p:nvSpPr>
        <p:spPr>
          <a:xfrm>
            <a:off x="7467600" y="1476375"/>
            <a:ext cx="4095750" cy="1619250"/>
          </a:xfrm>
          <a:prstGeom prst="rect">
            <a:avLst/>
          </a:prstGeom>
          <a:solidFill>
            <a:srgbClr val="E6F5E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048FC7C-578E-4331-9176-465429883F85}"/>
              </a:ext>
            </a:extLst>
          </p:cNvPr>
          <p:cNvSpPr>
            <a:spLocks noGrp="1"/>
          </p:cNvSpPr>
          <p:nvPr/>
        </p:nvSpPr>
        <p:spPr>
          <a:xfrm>
            <a:off x="7658100" y="1724025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242" lnSpcReduction="10000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 Hz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AFC2E4D-7385-4C5E-BEA3-FFC75403FD7B}"/>
              </a:ext>
            </a:extLst>
          </p:cNvPr>
          <p:cNvSpPr>
            <a:spLocks noGrp="1"/>
          </p:cNvSpPr>
          <p:nvPr/>
        </p:nvSpPr>
        <p:spPr>
          <a:xfrm>
            <a:off x="7658100" y="24669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Hedef ekran ve noise yenileme hızı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1064BDF-793E-48AA-BDEC-AB8CE5AABCE4}"/>
              </a:ext>
            </a:extLst>
          </p:cNvPr>
          <p:cNvSpPr>
            <a:spLocks noGrp="1"/>
          </p:cNvSpPr>
          <p:nvPr/>
        </p:nvSpPr>
        <p:spPr>
          <a:xfrm>
            <a:off x="533400" y="36671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278" lnSpcReduction="20000"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Noise seviyeleri</a:t>
            </a:r>
          </a:p>
        </p:txBody>
      </p:sp>
      <p:sp>
        <p:nvSpPr>
          <p:cNvPr id="14" name="noise-0">
            <a:extLst>
              <a:ext uri="{FF2B5EF4-FFF2-40B4-BE49-F238E27FC236}">
                <a16:creationId xmlns:a16="http://schemas.microsoft.com/office/drawing/2014/main" id="{2E284641-DDF4-4D01-9A49-468BBB674983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1695450" cy="952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CFC5B20-1A80-4A33-8E91-9402F712A805}"/>
              </a:ext>
            </a:extLst>
          </p:cNvPr>
          <p:cNvSpPr>
            <a:spLocks noGrp="1"/>
          </p:cNvSpPr>
          <p:nvPr/>
        </p:nvSpPr>
        <p:spPr>
          <a:xfrm>
            <a:off x="533400" y="445770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44" lnSpcReduction="10000"/>
          </a:bodyPr>
          <a:lstStyle/>
          <a:p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16" name="noise-2">
            <a:extLst>
              <a:ext uri="{FF2B5EF4-FFF2-40B4-BE49-F238E27FC236}">
                <a16:creationId xmlns:a16="http://schemas.microsoft.com/office/drawing/2014/main" id="{7A916826-A855-4777-99B9-C8182812427A}"/>
              </a:ext>
            </a:extLst>
          </p:cNvPr>
          <p:cNvSpPr>
            <a:spLocks noGrp="1"/>
          </p:cNvSpPr>
          <p:nvPr/>
        </p:nvSpPr>
        <p:spPr>
          <a:xfrm>
            <a:off x="2676525" y="4238625"/>
            <a:ext cx="1695450" cy="952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C52635F-7A70-4451-B9BB-3F788CBA56E4}"/>
              </a:ext>
            </a:extLst>
          </p:cNvPr>
          <p:cNvSpPr>
            <a:spLocks noGrp="1"/>
          </p:cNvSpPr>
          <p:nvPr/>
        </p:nvSpPr>
        <p:spPr>
          <a:xfrm>
            <a:off x="2676525" y="445770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44" lnSpcReduction="10000"/>
          </a:bodyPr>
          <a:lstStyle/>
          <a:p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2%</a:t>
            </a:r>
          </a:p>
        </p:txBody>
      </p:sp>
      <p:sp>
        <p:nvSpPr>
          <p:cNvPr id="18" name="noise-5">
            <a:extLst>
              <a:ext uri="{FF2B5EF4-FFF2-40B4-BE49-F238E27FC236}">
                <a16:creationId xmlns:a16="http://schemas.microsoft.com/office/drawing/2014/main" id="{68911081-F496-43D3-B4C2-3674DA842FC8}"/>
              </a:ext>
            </a:extLst>
          </p:cNvPr>
          <p:cNvSpPr>
            <a:spLocks noGrp="1"/>
          </p:cNvSpPr>
          <p:nvPr/>
        </p:nvSpPr>
        <p:spPr>
          <a:xfrm>
            <a:off x="4819650" y="4238625"/>
            <a:ext cx="1695450" cy="952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049631A-5871-40DE-98C7-9EB3E4101656}"/>
              </a:ext>
            </a:extLst>
          </p:cNvPr>
          <p:cNvSpPr>
            <a:spLocks noGrp="1"/>
          </p:cNvSpPr>
          <p:nvPr/>
        </p:nvSpPr>
        <p:spPr>
          <a:xfrm>
            <a:off x="4819650" y="445770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44" lnSpcReduction="10000"/>
          </a:bodyPr>
          <a:lstStyle/>
          <a:p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20" name="noise-8">
            <a:extLst>
              <a:ext uri="{FF2B5EF4-FFF2-40B4-BE49-F238E27FC236}">
                <a16:creationId xmlns:a16="http://schemas.microsoft.com/office/drawing/2014/main" id="{D9706751-E067-4074-97AA-A0619D9AC6E2}"/>
              </a:ext>
            </a:extLst>
          </p:cNvPr>
          <p:cNvSpPr>
            <a:spLocks noGrp="1"/>
          </p:cNvSpPr>
          <p:nvPr/>
        </p:nvSpPr>
        <p:spPr>
          <a:xfrm>
            <a:off x="6962775" y="4238625"/>
            <a:ext cx="1695450" cy="952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4F1CCFC-1EEA-45BD-A4B0-2D8B148FDCC6}"/>
              </a:ext>
            </a:extLst>
          </p:cNvPr>
          <p:cNvSpPr>
            <a:spLocks noGrp="1"/>
          </p:cNvSpPr>
          <p:nvPr/>
        </p:nvSpPr>
        <p:spPr>
          <a:xfrm>
            <a:off x="6962775" y="445770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44" lnSpcReduction="10000"/>
          </a:bodyPr>
          <a:lstStyle/>
          <a:p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22" name="noise-25">
            <a:extLst>
              <a:ext uri="{FF2B5EF4-FFF2-40B4-BE49-F238E27FC236}">
                <a16:creationId xmlns:a16="http://schemas.microsoft.com/office/drawing/2014/main" id="{52FDC7EC-42A8-4CB1-8FC4-84BCB35D1080}"/>
              </a:ext>
            </a:extLst>
          </p:cNvPr>
          <p:cNvSpPr>
            <a:spLocks noGrp="1"/>
          </p:cNvSpPr>
          <p:nvPr/>
        </p:nvSpPr>
        <p:spPr>
          <a:xfrm>
            <a:off x="9105900" y="4238625"/>
            <a:ext cx="1695450" cy="952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9E3EB654-C66C-4508-BC9C-D3CD7CC43DF5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44" lnSpcReduction="10000"/>
          </a:bodyPr>
          <a:lstStyle/>
          <a:p>
            <a: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8C14911-7A37-4891-BB10-198BE10E5496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Orta gri zemin • simetrik uniform luminans noise • her görüntü karesinde yeni örnek</a:t>
            </a:r>
          </a:p>
        </p:txBody>
      </p:sp>
    </p:spTree>
    <p:extLst>
      <p:ext uri="{BB962C8B-B14F-4D97-AF65-F5344CB8AC3E}">
        <p14:creationId xmlns:p14="http://schemas.microsoft.com/office/powerpoint/2010/main" val="1097857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7">
            <a:extLst>
              <a:ext uri="{FF2B5EF4-FFF2-40B4-BE49-F238E27FC236}">
                <a16:creationId xmlns:a16="http://schemas.microsoft.com/office/drawing/2014/main" id="{887AA71B-957E-4460-B123-0B06DF77EB7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 katılımcı dengeli ve pseudo-random 50 trial tamamlar</a:t>
            </a:r>
          </a:p>
        </p:txBody>
      </p:sp>
      <p:sp>
        <p:nvSpPr>
          <p:cNvPr id="2" name="title-rule-7">
            <a:extLst>
              <a:ext uri="{FF2B5EF4-FFF2-40B4-BE49-F238E27FC236}">
                <a16:creationId xmlns:a16="http://schemas.microsoft.com/office/drawing/2014/main" id="{60E1888E-139E-42D8-9131-99AD57BDCFA7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1ED0905D-ED15-4D81-BEAD-491873183B6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rotocol-line">
            <a:extLst>
              <a:ext uri="{FF2B5EF4-FFF2-40B4-BE49-F238E27FC236}">
                <a16:creationId xmlns:a16="http://schemas.microsoft.com/office/drawing/2014/main" id="{CA468A00-353A-4B8E-AD1F-00E21BDDEDF3}"/>
              </a:ext>
            </a:extLst>
          </p:cNvPr>
          <p:cNvSpPr>
            <a:spLocks noGrp="1"/>
          </p:cNvSpPr>
          <p:nvPr/>
        </p:nvSpPr>
        <p:spPr>
          <a:xfrm>
            <a:off x="1047750" y="3128963"/>
            <a:ext cx="9906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protocol-dot-0">
            <a:extLst>
              <a:ext uri="{FF2B5EF4-FFF2-40B4-BE49-F238E27FC236}">
                <a16:creationId xmlns:a16="http://schemas.microsoft.com/office/drawing/2014/main" id="{2406BA8C-F170-4D23-B831-FBDEEA88DCDF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28600" cy="2286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B6E02BF-38B4-4CD8-9E9A-120F7A162B17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Başlangıç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EEB34FD-6485-4136-8F41-AE38BCE9B2CE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Kalibrasyon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C5A50B-4837-4513-93AC-480867B4003C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778" lnSpcReduction="10000"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Joystick merkezi</a:t>
            </a:r>
          </a:p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Ekran zamanlama testi</a:t>
            </a:r>
          </a:p>
        </p:txBody>
      </p:sp>
      <p:sp>
        <p:nvSpPr>
          <p:cNvPr id="9" name="protocol-dot-1">
            <a:extLst>
              <a:ext uri="{FF2B5EF4-FFF2-40B4-BE49-F238E27FC236}">
                <a16:creationId xmlns:a16="http://schemas.microsoft.com/office/drawing/2014/main" id="{86A39BC5-BAD1-43CF-AE94-D43A06306BBC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228600" cy="2286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9A928BE-6DE1-43FF-BF41-DD494079AD8E}"/>
              </a:ext>
            </a:extLst>
          </p:cNvPr>
          <p:cNvSpPr>
            <a:spLocks noGrp="1"/>
          </p:cNvSpPr>
          <p:nvPr/>
        </p:nvSpPr>
        <p:spPr>
          <a:xfrm>
            <a:off x="290512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Mini-blok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215DE49-1E84-4416-90DF-CED3D14F6B64}"/>
              </a:ext>
            </a:extLst>
          </p:cNvPr>
          <p:cNvSpPr>
            <a:spLocks noGrp="1"/>
          </p:cNvSpPr>
          <p:nvPr/>
        </p:nvSpPr>
        <p:spPr>
          <a:xfrm>
            <a:off x="2905125" y="35718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koşul × 1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D5CF6BF-8105-44BB-A651-72F42225148C}"/>
              </a:ext>
            </a:extLst>
          </p:cNvPr>
          <p:cNvSpPr>
            <a:spLocks noGrp="1"/>
          </p:cNvSpPr>
          <p:nvPr/>
        </p:nvSpPr>
        <p:spPr>
          <a:xfrm>
            <a:off x="2905125" y="4048125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Her noise seviyesi</a:t>
            </a:r>
          </a:p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bir kez</a:t>
            </a:r>
          </a:p>
        </p:txBody>
      </p:sp>
      <p:sp>
        <p:nvSpPr>
          <p:cNvPr id="13" name="protocol-dot-2">
            <a:extLst>
              <a:ext uri="{FF2B5EF4-FFF2-40B4-BE49-F238E27FC236}">
                <a16:creationId xmlns:a16="http://schemas.microsoft.com/office/drawing/2014/main" id="{845F0BF7-E0A9-4DE4-AC65-7B837CF88893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228600" cy="228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C1B070F-7F5E-43E5-A8E0-378FA09D9A3E}"/>
              </a:ext>
            </a:extLst>
          </p:cNvPr>
          <p:cNvSpPr>
            <a:spLocks noGrp="1"/>
          </p:cNvSpPr>
          <p:nvPr/>
        </p:nvSpPr>
        <p:spPr>
          <a:xfrm>
            <a:off x="509587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Trial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BB205DE-1021-4CA4-8195-7350B0178569}"/>
              </a:ext>
            </a:extLst>
          </p:cNvPr>
          <p:cNvSpPr>
            <a:spLocks noGrp="1"/>
          </p:cNvSpPr>
          <p:nvPr/>
        </p:nvSpPr>
        <p:spPr>
          <a:xfrm>
            <a:off x="5095875" y="35718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tr-TR"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saniye</a:t>
            </a:r>
            <a:endParaRPr sz="18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rotocol-dot-3">
            <a:extLst>
              <a:ext uri="{FF2B5EF4-FFF2-40B4-BE49-F238E27FC236}">
                <a16:creationId xmlns:a16="http://schemas.microsoft.com/office/drawing/2014/main" id="{0820BF0A-F376-4DAD-8C6C-2EB577FF28B6}"/>
              </a:ext>
            </a:extLst>
          </p:cNvPr>
          <p:cNvSpPr>
            <a:spLocks noGrp="1"/>
          </p:cNvSpPr>
          <p:nvPr/>
        </p:nvSpPr>
        <p:spPr>
          <a:xfrm>
            <a:off x="7620000" y="3028950"/>
            <a:ext cx="228600" cy="2286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2BC2518-A725-4F6F-9E9B-FB550BF2A482}"/>
              </a:ext>
            </a:extLst>
          </p:cNvPr>
          <p:cNvSpPr>
            <a:spLocks noGrp="1"/>
          </p:cNvSpPr>
          <p:nvPr/>
        </p:nvSpPr>
        <p:spPr>
          <a:xfrm>
            <a:off x="728662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038456A-F687-468F-BCE9-9B8DD36A5264}"/>
              </a:ext>
            </a:extLst>
          </p:cNvPr>
          <p:cNvSpPr>
            <a:spLocks noGrp="1"/>
          </p:cNvSpPr>
          <p:nvPr/>
        </p:nvSpPr>
        <p:spPr>
          <a:xfrm>
            <a:off x="7286625" y="35718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Anlık reset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3D5C9612-9107-4805-ADE9-428D5403DC57}"/>
              </a:ext>
            </a:extLst>
          </p:cNvPr>
          <p:cNvSpPr>
            <a:spLocks noGrp="1"/>
          </p:cNvSpPr>
          <p:nvPr/>
        </p:nvSpPr>
        <p:spPr>
          <a:xfrm>
            <a:off x="7286625" y="4048125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Açı</a:t>
            </a:r>
            <a:r>
              <a:rPr sz="1500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/ray </a:t>
            </a: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sınırı</a:t>
            </a:r>
            <a:endParaRPr sz="1500" b="0" dirty="0">
              <a:solidFill>
                <a:srgbClr val="5E6570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aşılırsa</a:t>
            </a:r>
            <a:endParaRPr sz="1500" b="0" dirty="0">
              <a:solidFill>
                <a:srgbClr val="5E65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rotocol-dot-4">
            <a:extLst>
              <a:ext uri="{FF2B5EF4-FFF2-40B4-BE49-F238E27FC236}">
                <a16:creationId xmlns:a16="http://schemas.microsoft.com/office/drawing/2014/main" id="{FE1FEF40-A88D-4491-9EBB-7FBF8F1CD480}"/>
              </a:ext>
            </a:extLst>
          </p:cNvPr>
          <p:cNvSpPr>
            <a:spLocks noGrp="1"/>
          </p:cNvSpPr>
          <p:nvPr/>
        </p:nvSpPr>
        <p:spPr>
          <a:xfrm>
            <a:off x="9810750" y="3028950"/>
            <a:ext cx="228600" cy="2286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C1026AE6-09D6-4A5A-A03B-F3958A7B6DAE}"/>
              </a:ext>
            </a:extLst>
          </p:cNvPr>
          <p:cNvSpPr>
            <a:spLocks noGrp="1"/>
          </p:cNvSpPr>
          <p:nvPr/>
        </p:nvSpPr>
        <p:spPr>
          <a:xfrm>
            <a:off x="947737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Mola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88A123FF-F309-457D-A8F4-33598C154518}"/>
              </a:ext>
            </a:extLst>
          </p:cNvPr>
          <p:cNvSpPr>
            <a:spLocks noGrp="1"/>
          </p:cNvSpPr>
          <p:nvPr/>
        </p:nvSpPr>
        <p:spPr>
          <a:xfrm>
            <a:off x="9477375" y="35718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 10 trial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B76B5FD1-5058-4EA5-A70C-50C28F679A55}"/>
              </a:ext>
            </a:extLst>
          </p:cNvPr>
          <p:cNvSpPr>
            <a:spLocks noGrp="1"/>
          </p:cNvSpPr>
          <p:nvPr/>
        </p:nvSpPr>
        <p:spPr>
          <a:xfrm>
            <a:off x="9477375" y="4048125"/>
            <a:ext cx="180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Katılımcı hazır</a:t>
            </a:r>
          </a:p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olunca devam</a:t>
            </a:r>
          </a:p>
        </p:txBody>
      </p:sp>
      <p:sp>
        <p:nvSpPr>
          <p:cNvPr id="25" name="protocol-summary">
            <a:extLst>
              <a:ext uri="{FF2B5EF4-FFF2-40B4-BE49-F238E27FC236}">
                <a16:creationId xmlns:a16="http://schemas.microsoft.com/office/drawing/2014/main" id="{BF33A7EE-E8E6-4889-812A-92FEBFB0C6EF}"/>
              </a:ext>
            </a:extLst>
          </p:cNvPr>
          <p:cNvSpPr>
            <a:spLocks noGrp="1"/>
          </p:cNvSpPr>
          <p:nvPr/>
        </p:nvSpPr>
        <p:spPr>
          <a:xfrm>
            <a:off x="533400" y="5429250"/>
            <a:ext cx="11125200" cy="6286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E8E3187-7B36-48F2-AE2F-DBC7A2B7B2D5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15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 lnSpcReduction="10000"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 noise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seviyesi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× 10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tekrar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= 50 trial  | 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Toplam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aktif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kontrol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süresi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≈ 1</a:t>
            </a:r>
            <a:r>
              <a:rPr lang="tr-TR"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  <a:r>
              <a:rPr sz="187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.5 </a:t>
            </a:r>
            <a:r>
              <a:rPr sz="187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dakika</a:t>
            </a:r>
            <a:endParaRPr sz="187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26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8">
            <a:extLst>
              <a:ext uri="{FF2B5EF4-FFF2-40B4-BE49-F238E27FC236}">
                <a16:creationId xmlns:a16="http://schemas.microsoft.com/office/drawing/2014/main" id="{97C2D4F6-D19F-4616-A6D9-8F47262036F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Kod, görüntüleme yükünü fiziksel dinamiklerden ayırır</a:t>
            </a:r>
          </a:p>
        </p:txBody>
      </p:sp>
      <p:sp>
        <p:nvSpPr>
          <p:cNvPr id="2" name="title-rule-8">
            <a:extLst>
              <a:ext uri="{FF2B5EF4-FFF2-40B4-BE49-F238E27FC236}">
                <a16:creationId xmlns:a16="http://schemas.microsoft.com/office/drawing/2014/main" id="{FF803725-61FD-4FA1-B530-AC20D048AC05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1E4C5757-A5D3-4517-A9B9-75CCF1123D1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flow-0">
            <a:extLst>
              <a:ext uri="{FF2B5EF4-FFF2-40B4-BE49-F238E27FC236}">
                <a16:creationId xmlns:a16="http://schemas.microsoft.com/office/drawing/2014/main" id="{202E4AC9-AE77-4798-8903-E0C33239EFBF}"/>
              </a:ext>
            </a:extLst>
          </p:cNvPr>
          <p:cNvSpPr>
            <a:spLocks noGrp="1"/>
          </p:cNvSpPr>
          <p:nvPr/>
        </p:nvSpPr>
        <p:spPr>
          <a:xfrm>
            <a:off x="2333625" y="2605088"/>
            <a:ext cx="4286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flow-1">
            <a:extLst>
              <a:ext uri="{FF2B5EF4-FFF2-40B4-BE49-F238E27FC236}">
                <a16:creationId xmlns:a16="http://schemas.microsoft.com/office/drawing/2014/main" id="{6FC9F73E-0CDF-4B2D-9600-A7B5F5817F94}"/>
              </a:ext>
            </a:extLst>
          </p:cNvPr>
          <p:cNvSpPr>
            <a:spLocks noGrp="1"/>
          </p:cNvSpPr>
          <p:nvPr/>
        </p:nvSpPr>
        <p:spPr>
          <a:xfrm>
            <a:off x="4762500" y="2605088"/>
            <a:ext cx="4286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flow-2">
            <a:extLst>
              <a:ext uri="{FF2B5EF4-FFF2-40B4-BE49-F238E27FC236}">
                <a16:creationId xmlns:a16="http://schemas.microsoft.com/office/drawing/2014/main" id="{ED5E2835-7897-4E89-A3A8-682345C489D8}"/>
              </a:ext>
            </a:extLst>
          </p:cNvPr>
          <p:cNvSpPr>
            <a:spLocks noGrp="1"/>
          </p:cNvSpPr>
          <p:nvPr/>
        </p:nvSpPr>
        <p:spPr>
          <a:xfrm>
            <a:off x="7191375" y="2605088"/>
            <a:ext cx="4286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low-3">
            <a:extLst>
              <a:ext uri="{FF2B5EF4-FFF2-40B4-BE49-F238E27FC236}">
                <a16:creationId xmlns:a16="http://schemas.microsoft.com/office/drawing/2014/main" id="{700E98D4-218C-41AE-8F34-66DC6E46BF64}"/>
              </a:ext>
            </a:extLst>
          </p:cNvPr>
          <p:cNvSpPr>
            <a:spLocks noGrp="1"/>
          </p:cNvSpPr>
          <p:nvPr/>
        </p:nvSpPr>
        <p:spPr>
          <a:xfrm>
            <a:off x="9429750" y="2605088"/>
            <a:ext cx="4286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node-0">
            <a:extLst>
              <a:ext uri="{FF2B5EF4-FFF2-40B4-BE49-F238E27FC236}">
                <a16:creationId xmlns:a16="http://schemas.microsoft.com/office/drawing/2014/main" id="{CC4E964C-EE23-4933-A564-E7BEF1B4AA2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809750" cy="1333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4B04961-319E-4CA7-92DD-DD467AA9F94D}"/>
              </a:ext>
            </a:extLst>
          </p:cNvPr>
          <p:cNvSpPr>
            <a:spLocks noGrp="1"/>
          </p:cNvSpPr>
          <p:nvPr/>
        </p:nvSpPr>
        <p:spPr>
          <a:xfrm>
            <a:off x="638175" y="228600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Joystick /</a:t>
            </a:r>
          </a:p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klavye</a:t>
            </a:r>
          </a:p>
        </p:txBody>
      </p:sp>
      <p:sp>
        <p:nvSpPr>
          <p:cNvPr id="10" name="node-1">
            <a:extLst>
              <a:ext uri="{FF2B5EF4-FFF2-40B4-BE49-F238E27FC236}">
                <a16:creationId xmlns:a16="http://schemas.microsoft.com/office/drawing/2014/main" id="{7FB4FEE8-C8B2-45D0-AFD7-9E73E4485D3C}"/>
              </a:ext>
            </a:extLst>
          </p:cNvPr>
          <p:cNvSpPr>
            <a:spLocks noGrp="1"/>
          </p:cNvSpPr>
          <p:nvPr/>
        </p:nvSpPr>
        <p:spPr>
          <a:xfrm>
            <a:off x="2762250" y="1952625"/>
            <a:ext cx="2000250" cy="13335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15D4C89-0ADC-4684-9F6F-D98CB1685D36}"/>
              </a:ext>
            </a:extLst>
          </p:cNvPr>
          <p:cNvSpPr>
            <a:spLocks noGrp="1"/>
          </p:cNvSpPr>
          <p:nvPr/>
        </p:nvSpPr>
        <p:spPr>
          <a:xfrm>
            <a:off x="2876550" y="22860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562"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Gerçek zaman</a:t>
            </a:r>
          </a:p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akümülatörü</a:t>
            </a:r>
          </a:p>
        </p:txBody>
      </p:sp>
      <p:sp>
        <p:nvSpPr>
          <p:cNvPr id="12" name="node-2">
            <a:extLst>
              <a:ext uri="{FF2B5EF4-FFF2-40B4-BE49-F238E27FC236}">
                <a16:creationId xmlns:a16="http://schemas.microsoft.com/office/drawing/2014/main" id="{0A4DCF9C-9898-4CFD-91B7-506ACC89F6C2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2000250" cy="1333500"/>
          </a:xfrm>
          <a:prstGeom prst="rect">
            <a:avLst/>
          </a:prstGeom>
          <a:solidFill>
            <a:srgbClr val="E6F5E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291D176-362B-4EDC-838F-CAF2BBCCFEA0}"/>
              </a:ext>
            </a:extLst>
          </p:cNvPr>
          <p:cNvSpPr>
            <a:spLocks noGrp="1"/>
          </p:cNvSpPr>
          <p:nvPr/>
        </p:nvSpPr>
        <p:spPr>
          <a:xfrm>
            <a:off x="5305425" y="2286000"/>
            <a:ext cx="1771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26"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RK4</a:t>
            </a:r>
          </a:p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1/60 s alt adım</a:t>
            </a:r>
          </a:p>
        </p:txBody>
      </p:sp>
      <p:sp>
        <p:nvSpPr>
          <p:cNvPr id="14" name="node-3">
            <a:extLst>
              <a:ext uri="{FF2B5EF4-FFF2-40B4-BE49-F238E27FC236}">
                <a16:creationId xmlns:a16="http://schemas.microsoft.com/office/drawing/2014/main" id="{896E09F2-BB8A-47DA-AB30-0683B903A884}"/>
              </a:ext>
            </a:extLst>
          </p:cNvPr>
          <p:cNvSpPr>
            <a:spLocks noGrp="1"/>
          </p:cNvSpPr>
          <p:nvPr/>
        </p:nvSpPr>
        <p:spPr>
          <a:xfrm>
            <a:off x="7620000" y="1952625"/>
            <a:ext cx="1809750" cy="1333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828B28C-5A90-48EB-89CF-0917F102121F}"/>
              </a:ext>
            </a:extLst>
          </p:cNvPr>
          <p:cNvSpPr>
            <a:spLocks noGrp="1"/>
          </p:cNvSpPr>
          <p:nvPr/>
        </p:nvSpPr>
        <p:spPr>
          <a:xfrm>
            <a:off x="7734300" y="228600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Sahne +</a:t>
            </a:r>
          </a:p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NoiseStim</a:t>
            </a:r>
          </a:p>
        </p:txBody>
      </p:sp>
      <p:sp>
        <p:nvSpPr>
          <p:cNvPr id="16" name="node-4">
            <a:extLst>
              <a:ext uri="{FF2B5EF4-FFF2-40B4-BE49-F238E27FC236}">
                <a16:creationId xmlns:a16="http://schemas.microsoft.com/office/drawing/2014/main" id="{2EC084BC-2424-47DE-B362-2DC503AD256C}"/>
              </a:ext>
            </a:extLst>
          </p:cNvPr>
          <p:cNvSpPr>
            <a:spLocks noGrp="1"/>
          </p:cNvSpPr>
          <p:nvPr/>
        </p:nvSpPr>
        <p:spPr>
          <a:xfrm>
            <a:off x="9858375" y="1952625"/>
            <a:ext cx="1809750" cy="1333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19CABEF-9D24-40C0-A8D0-78E0126EC251}"/>
              </a:ext>
            </a:extLst>
          </p:cNvPr>
          <p:cNvSpPr>
            <a:spLocks noGrp="1"/>
          </p:cNvSpPr>
          <p:nvPr/>
        </p:nvSpPr>
        <p:spPr>
          <a:xfrm>
            <a:off x="9972675" y="228600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810"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CSV + JSON</a:t>
            </a:r>
          </a:p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kayıt</a:t>
            </a:r>
          </a:p>
        </p:txBody>
      </p:sp>
      <p:sp>
        <p:nvSpPr>
          <p:cNvPr id="18" name="timing-code">
            <a:extLst>
              <a:ext uri="{FF2B5EF4-FFF2-40B4-BE49-F238E27FC236}">
                <a16:creationId xmlns:a16="http://schemas.microsoft.com/office/drawing/2014/main" id="{8BA2C3E5-4F8E-48BE-AB69-567E251ED760}"/>
              </a:ext>
            </a:extLst>
          </p:cNvPr>
          <p:cNvSpPr>
            <a:spLocks noGrp="1"/>
          </p:cNvSpPr>
          <p:nvPr/>
        </p:nvSpPr>
        <p:spPr>
          <a:xfrm>
            <a:off x="533400" y="3952875"/>
            <a:ext cx="5191125" cy="166687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6BA1D0F-E093-4800-904A-A0B9ED45C5D2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elapsed += wall_clock</a:t>
            </a:r>
          </a:p>
          <a:p>
            <a:pPr algn="l">
              <a:def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while elapsed ≥ 1/60:</a:t>
            </a:r>
          </a:p>
          <a:p>
            <a:pPr algn="l">
              <a:def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state = RK4(state, force, 1/60)</a:t>
            </a:r>
          </a:p>
          <a:p>
            <a:pPr algn="l">
              <a:def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elapsed −= 1/60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95CFC81-3FE8-4AEE-A09D-E4C91FC1896D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 lnSpcReduction="20000"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Zamanlama güvenliği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3129762-AFDA-49D9-A7AF-C9439EF1E73C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5143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63"/>
          </a:bodyPr>
          <a:lstStyle/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Deney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öncesi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%0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%25 noise FPS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testi</a:t>
            </a:r>
            <a:endParaRPr sz="172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Hedef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kararlı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yaklaşık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60 Hz</a:t>
            </a: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Dropped frame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gerçek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kare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süresi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kaydı</a:t>
            </a:r>
            <a:endParaRPr sz="172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timing_valid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= 0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ise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trial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analiz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dışı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deney</a:t>
            </a:r>
            <a:r>
              <a:rPr sz="172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durur</a:t>
            </a:r>
            <a:endParaRPr sz="1725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63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9">
            <a:extLst>
              <a:ext uri="{FF2B5EF4-FFF2-40B4-BE49-F238E27FC236}">
                <a16:creationId xmlns:a16="http://schemas.microsoft.com/office/drawing/2014/main" id="{3BD579FB-1B9A-4B96-ADAC-D30ACCDE309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Dört çıktı dosyası performansı ve veri kalitesini birlikte korur</a:t>
            </a:r>
          </a:p>
        </p:txBody>
      </p:sp>
      <p:sp>
        <p:nvSpPr>
          <p:cNvPr id="2" name="title-rule-9">
            <a:extLst>
              <a:ext uri="{FF2B5EF4-FFF2-40B4-BE49-F238E27FC236}">
                <a16:creationId xmlns:a16="http://schemas.microsoft.com/office/drawing/2014/main" id="{FAFB3C98-9B8D-4BBB-9750-9B2F8154971E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8714F2A1-C5B0-4679-8C36-F7C6BFBCBEF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data-0">
            <a:extLst>
              <a:ext uri="{FF2B5EF4-FFF2-40B4-BE49-F238E27FC236}">
                <a16:creationId xmlns:a16="http://schemas.microsoft.com/office/drawing/2014/main" id="{C5A8B952-D962-4821-9D14-08B633251F49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11125200" cy="9144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0531C28-CD50-4161-B8E6-340F81AA7233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frame_data.csv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5BCB4D-EBA9-4ABE-B911-836F3A9064AD}"/>
              </a:ext>
            </a:extLst>
          </p:cNvPr>
          <p:cNvSpPr>
            <a:spLocks noGrp="1"/>
          </p:cNvSpPr>
          <p:nvPr/>
        </p:nvSpPr>
        <p:spPr>
          <a:xfrm>
            <a:off x="3676650" y="16002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Her görüntü karesi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E8871A8-BB63-475A-B97A-513E200BDE54}"/>
              </a:ext>
            </a:extLst>
          </p:cNvPr>
          <p:cNvSpPr>
            <a:spLocks noGrp="1"/>
          </p:cNvSpPr>
          <p:nvPr/>
        </p:nvSpPr>
        <p:spPr>
          <a:xfrm>
            <a:off x="6343650" y="15811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Açı, hız, cart konumu, input, kuvvet, failure ve frame timing</a:t>
            </a:r>
          </a:p>
        </p:txBody>
      </p:sp>
      <p:sp>
        <p:nvSpPr>
          <p:cNvPr id="8" name="data-1">
            <a:extLst>
              <a:ext uri="{FF2B5EF4-FFF2-40B4-BE49-F238E27FC236}">
                <a16:creationId xmlns:a16="http://schemas.microsoft.com/office/drawing/2014/main" id="{D689CA4C-97A5-4EAA-9E71-380A3F4C4159}"/>
              </a:ext>
            </a:extLst>
          </p:cNvPr>
          <p:cNvSpPr>
            <a:spLocks noGrp="1"/>
          </p:cNvSpPr>
          <p:nvPr/>
        </p:nvSpPr>
        <p:spPr>
          <a:xfrm>
            <a:off x="533400" y="2590800"/>
            <a:ext cx="11125200" cy="9144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9D3568B-7FC8-4522-9E8A-BA9F01DC97FD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trial_summary.csv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219D124-7774-4EAB-9B04-4DCD8598E01D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Her 15 saniyelik trial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BEBBE10-B308-49C0-9EF1-834D5C1D92C1}"/>
              </a:ext>
            </a:extLst>
          </p:cNvPr>
          <p:cNvSpPr>
            <a:spLocks noGrp="1"/>
          </p:cNvSpPr>
          <p:nvPr/>
        </p:nvSpPr>
        <p:spPr>
          <a:xfrm>
            <a:off x="6343650" y="274320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MAE, RMS, failure, cart hatası, efor ve timing_valid</a:t>
            </a:r>
          </a:p>
        </p:txBody>
      </p:sp>
      <p:sp>
        <p:nvSpPr>
          <p:cNvPr id="12" name="data-2">
            <a:extLst>
              <a:ext uri="{FF2B5EF4-FFF2-40B4-BE49-F238E27FC236}">
                <a16:creationId xmlns:a16="http://schemas.microsoft.com/office/drawing/2014/main" id="{87E75EAA-0759-449B-9D81-8E5413EC59E1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11125200" cy="9144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C0B333E-6258-4992-AC58-8C84A76330D8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trial_schedule.csv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4975E00-B40C-4AC1-BD5B-FD980107E1AD}"/>
              </a:ext>
            </a:extLst>
          </p:cNvPr>
          <p:cNvSpPr>
            <a:spLocks noGrp="1"/>
          </p:cNvSpPr>
          <p:nvPr/>
        </p:nvSpPr>
        <p:spPr>
          <a:xfrm>
            <a:off x="3676650" y="3924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Koşul sırası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9064B4D-A0D9-4724-85D3-03D079347C67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Trial, mini-blok ve noise seviyesi</a:t>
            </a:r>
          </a:p>
        </p:txBody>
      </p:sp>
      <p:sp>
        <p:nvSpPr>
          <p:cNvPr id="16" name="data-3">
            <a:extLst>
              <a:ext uri="{FF2B5EF4-FFF2-40B4-BE49-F238E27FC236}">
                <a16:creationId xmlns:a16="http://schemas.microsoft.com/office/drawing/2014/main" id="{8CAC2DD6-CDDC-4483-AA72-36ED2FF6F9BC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11125200" cy="9144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E14EE2A-C167-42E7-AE1D-6B164B371DF3}"/>
              </a:ext>
            </a:extLst>
          </p:cNvPr>
          <p:cNvSpPr>
            <a:spLocks noGrp="1"/>
          </p:cNvSpPr>
          <p:nvPr/>
        </p:nvSpPr>
        <p:spPr>
          <a:xfrm>
            <a:off x="742950" y="50863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session_metadata.json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C739DAF-892E-46DB-9C92-71EE7060BAF4}"/>
              </a:ext>
            </a:extLst>
          </p:cNvPr>
          <p:cNvSpPr>
            <a:spLocks noGrp="1"/>
          </p:cNvSpPr>
          <p:nvPr/>
        </p:nvSpPr>
        <p:spPr>
          <a:xfrm>
            <a:off x="3676650" y="50863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Oturum kimlik kartı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BBEFAA4-E263-4D0B-B6C3-6E823CA3092F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Ekran, joystick, seed, kod sürümü, parametreler ve FPS preflight</a:t>
            </a:r>
          </a:p>
        </p:txBody>
      </p:sp>
    </p:spTree>
    <p:extLst>
      <p:ext uri="{BB962C8B-B14F-4D97-AF65-F5344CB8AC3E}">
        <p14:creationId xmlns:p14="http://schemas.microsoft.com/office/powerpoint/2010/main" val="93875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0">
            <a:extLst>
              <a:ext uri="{FF2B5EF4-FFF2-40B4-BE49-F238E27FC236}">
                <a16:creationId xmlns:a16="http://schemas.microsoft.com/office/drawing/2014/main" id="{A1DBC190-7BBF-486A-B172-B0588F73308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Birincil sonuç: Mean Absolute Pole Angle</a:t>
            </a:r>
          </a:p>
        </p:txBody>
      </p:sp>
      <p:sp>
        <p:nvSpPr>
          <p:cNvPr id="2" name="title-rule-10">
            <a:extLst>
              <a:ext uri="{FF2B5EF4-FFF2-40B4-BE49-F238E27FC236}">
                <a16:creationId xmlns:a16="http://schemas.microsoft.com/office/drawing/2014/main" id="{45A35F5B-8BD5-4DB6-950A-DD206BFF0867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10">
            <a:extLst>
              <a:ext uri="{FF2B5EF4-FFF2-40B4-BE49-F238E27FC236}">
                <a16:creationId xmlns:a16="http://schemas.microsoft.com/office/drawing/2014/main" id="{59A99F2A-D3C9-458F-B265-0CED594F74DA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83" lnSpcReduction="2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3F643A-94B3-4272-A940-838E6C457A73}"/>
              </a:ext>
            </a:extLst>
          </p:cNvPr>
          <p:cNvSpPr>
            <a:spLocks noGrp="1"/>
          </p:cNvSpPr>
          <p:nvPr/>
        </p:nvSpPr>
        <p:spPr>
          <a:xfrm>
            <a:off x="590908" y="3948112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78" lnSpcReduction="20000"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Neden</a:t>
            </a:r>
            <a:r>
              <a:rPr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MAE?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EF4A4B1-ABBF-47EB-8140-F6A03082490E}"/>
              </a:ext>
            </a:extLst>
          </p:cNvPr>
          <p:cNvSpPr>
            <a:spLocks noGrp="1"/>
          </p:cNvSpPr>
          <p:nvPr/>
        </p:nvSpPr>
        <p:spPr>
          <a:xfrm>
            <a:off x="562152" y="4191000"/>
            <a:ext cx="4953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Derece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cinsinden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doğrudan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yorumlanır</a:t>
            </a:r>
            <a:endParaRPr sz="18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Sağ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/sol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sapmalar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birbirini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götürmez</a:t>
            </a:r>
            <a:endParaRPr sz="18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Büyük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sapmaları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RMS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kadar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aşırı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ağırlıklandırmaz</a:t>
            </a:r>
            <a:endParaRPr sz="18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Failure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zaten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ayrı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ölçüldüğü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için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çift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cezayı</a:t>
            </a:r>
            <a:r>
              <a:rPr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azaltır</a:t>
            </a:r>
            <a:endParaRPr sz="18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70F0544-E86E-497B-B75F-D73070FC9B19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389" lnSpcReduction="10000"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İkincil sonuçlar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D9A9B04B-B0B2-463A-B746-D838275D1EC1}"/>
              </a:ext>
            </a:extLst>
          </p:cNvPr>
          <p:cNvSpPr>
            <a:spLocks noGrp="1"/>
          </p:cNvSpPr>
          <p:nvPr/>
        </p:nvSpPr>
        <p:spPr>
          <a:xfrm>
            <a:off x="6572250" y="2635236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3D17266-B421-4E3E-AF1F-A7AABC937622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 count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807D1FC-F5C2-4C94-9842-E705724FBC27}"/>
              </a:ext>
            </a:extLst>
          </p:cNvPr>
          <p:cNvSpPr>
            <a:spLocks noGrp="1"/>
          </p:cNvSpPr>
          <p:nvPr/>
        </p:nvSpPr>
        <p:spPr>
          <a:xfrm>
            <a:off x="8323412" y="2108172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Açı</a:t>
            </a:r>
            <a:r>
              <a:rPr sz="1500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veya</a:t>
            </a:r>
            <a:r>
              <a:rPr sz="1500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ray </a:t>
            </a: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sınırı</a:t>
            </a:r>
            <a:r>
              <a:rPr sz="1500" b="0" dirty="0">
                <a:solidFill>
                  <a:srgbClr val="5E65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5E6570"/>
                </a:solidFill>
                <a:latin typeface="Arial"/>
                <a:ea typeface="Arial"/>
                <a:cs typeface="Arial"/>
              </a:rPr>
              <a:t>ihlali</a:t>
            </a:r>
            <a:endParaRPr sz="1500" b="0" dirty="0">
              <a:solidFill>
                <a:srgbClr val="5E65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17CA3B2B-BFFD-414F-8D19-32F19C6EE6B5}"/>
              </a:ext>
            </a:extLst>
          </p:cNvPr>
          <p:cNvSpPr>
            <a:spLocks noGrp="1"/>
          </p:cNvSpPr>
          <p:nvPr/>
        </p:nvSpPr>
        <p:spPr>
          <a:xfrm>
            <a:off x="6572250" y="3281223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4FDFF4A-9DBD-4334-AB10-6AA25F55700C}"/>
              </a:ext>
            </a:extLst>
          </p:cNvPr>
          <p:cNvSpPr>
            <a:spLocks noGrp="1"/>
          </p:cNvSpPr>
          <p:nvPr/>
        </p:nvSpPr>
        <p:spPr>
          <a:xfrm>
            <a:off x="6572250" y="283881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Cart MAE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2A33DE0F-81C1-4F23-9E04-F5855EA80620}"/>
              </a:ext>
            </a:extLst>
          </p:cNvPr>
          <p:cNvSpPr>
            <a:spLocks noGrp="1"/>
          </p:cNvSpPr>
          <p:nvPr/>
        </p:nvSpPr>
        <p:spPr>
          <a:xfrm>
            <a:off x="6572250" y="3952025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29F1A4D-6411-4362-8E03-E833283D510F}"/>
              </a:ext>
            </a:extLst>
          </p:cNvPr>
          <p:cNvSpPr>
            <a:spLocks noGrp="1"/>
          </p:cNvSpPr>
          <p:nvPr/>
        </p:nvSpPr>
        <p:spPr>
          <a:xfrm>
            <a:off x="6618258" y="4177161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tr-TR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  <a:r>
              <a:rPr lang="tr-TR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tr-TR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variability</a:t>
            </a:r>
            <a:endParaRPr sz="18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22283E24-3587-4366-A1E2-87A4A0A4EB0C}"/>
              </a:ext>
            </a:extLst>
          </p:cNvPr>
          <p:cNvSpPr>
            <a:spLocks noGrp="1"/>
          </p:cNvSpPr>
          <p:nvPr/>
        </p:nvSpPr>
        <p:spPr>
          <a:xfrm>
            <a:off x="6572250" y="5514257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3D22BDA-E823-43C8-9D31-9C3F181B132C}"/>
              </a:ext>
            </a:extLst>
          </p:cNvPr>
          <p:cNvSpPr>
            <a:spLocks noGrp="1"/>
          </p:cNvSpPr>
          <p:nvPr/>
        </p:nvSpPr>
        <p:spPr>
          <a:xfrm>
            <a:off x="6676850" y="48958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RMS angle</a:t>
            </a:r>
          </a:p>
        </p:txBody>
      </p:sp>
      <p:sp>
        <p:nvSpPr>
          <p:cNvPr id="20" name="valid-filter">
            <a:extLst>
              <a:ext uri="{FF2B5EF4-FFF2-40B4-BE49-F238E27FC236}">
                <a16:creationId xmlns:a16="http://schemas.microsoft.com/office/drawing/2014/main" id="{1E557AFF-B563-4B23-8E7B-59C964B71513}"/>
              </a:ext>
            </a:extLst>
          </p:cNvPr>
          <p:cNvSpPr>
            <a:spLocks noGrp="1"/>
          </p:cNvSpPr>
          <p:nvPr/>
        </p:nvSpPr>
        <p:spPr>
          <a:xfrm>
            <a:off x="6572250" y="5715000"/>
            <a:ext cx="4572000" cy="533400"/>
          </a:xfrm>
          <a:prstGeom prst="rect">
            <a:avLst/>
          </a:prstGeom>
          <a:solidFill>
            <a:srgbClr val="E6F5EA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1ED8568-D22A-4AEA-82C0-E03B8045C96D}"/>
              </a:ext>
            </a:extLst>
          </p:cNvPr>
          <p:cNvSpPr>
            <a:spLocks noGrp="1"/>
          </p:cNvSpPr>
          <p:nvPr/>
        </p:nvSpPr>
        <p:spPr>
          <a:xfrm>
            <a:off x="6743700" y="586740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 lnSpcReduction="20000"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Analize yalnızca completed = 1 ve timing_valid = 1 girer</a:t>
            </a:r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030242CD-A4D7-E7A0-C3E2-0A3B294CD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328730"/>
            <a:ext cx="2603841" cy="1119195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842AD6CB-1D93-FCE8-2D3C-9CA46B989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54" y="2415217"/>
            <a:ext cx="2906482" cy="1500120"/>
          </a:xfrm>
          <a:prstGeom prst="rect">
            <a:avLst/>
          </a:prstGeom>
        </p:spPr>
      </p:pic>
      <p:sp>
        <p:nvSpPr>
          <p:cNvPr id="28" name="text">
            <a:extLst>
              <a:ext uri="{FF2B5EF4-FFF2-40B4-BE49-F238E27FC236}">
                <a16:creationId xmlns:a16="http://schemas.microsoft.com/office/drawing/2014/main" id="{A6A055FC-2F91-AF63-50A1-F6792D81ACCB}"/>
              </a:ext>
            </a:extLst>
          </p:cNvPr>
          <p:cNvSpPr>
            <a:spLocks noGrp="1"/>
          </p:cNvSpPr>
          <p:nvPr/>
        </p:nvSpPr>
        <p:spPr>
          <a:xfrm>
            <a:off x="3422711" y="2447925"/>
            <a:ext cx="2036193" cy="4452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tr-TR" sz="18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 = 15x60 = 900</a:t>
            </a:r>
            <a:endParaRPr sz="18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CDFADEE1-A298-25AA-D6C8-E897E1D46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620" y="2991210"/>
            <a:ext cx="3200423" cy="1019182"/>
          </a:xfrm>
          <a:prstGeom prst="rect">
            <a:avLst/>
          </a:prstGeom>
        </p:spPr>
      </p:pic>
      <p:sp>
        <p:nvSpPr>
          <p:cNvPr id="32" name="line">
            <a:extLst>
              <a:ext uri="{FF2B5EF4-FFF2-40B4-BE49-F238E27FC236}">
                <a16:creationId xmlns:a16="http://schemas.microsoft.com/office/drawing/2014/main" id="{DA26CF91-50EB-5E3A-C0A0-EA303771E9DD}"/>
              </a:ext>
            </a:extLst>
          </p:cNvPr>
          <p:cNvSpPr>
            <a:spLocks noGrp="1"/>
          </p:cNvSpPr>
          <p:nvPr/>
        </p:nvSpPr>
        <p:spPr>
          <a:xfrm>
            <a:off x="6572250" y="4640631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1E1AF8D5-9CBE-E000-BDDC-B3D7E8A63C68}"/>
              </a:ext>
            </a:extLst>
          </p:cNvPr>
          <p:cNvSpPr>
            <a:spLocks noGrp="1"/>
          </p:cNvSpPr>
          <p:nvPr/>
        </p:nvSpPr>
        <p:spPr>
          <a:xfrm>
            <a:off x="6595254" y="3443148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tr-TR"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  <a:r>
              <a:rPr lang="tr-TR"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tr-TR"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Cost</a:t>
            </a:r>
            <a:endParaRPr sz="18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A7D35DEE-C167-D6D2-5424-55E02C32B4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343" b="14942"/>
          <a:stretch>
            <a:fillRect/>
          </a:stretch>
        </p:blipFill>
        <p:spPr>
          <a:xfrm>
            <a:off x="8323412" y="3401998"/>
            <a:ext cx="1781188" cy="491390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2ED37E99-BB57-6FC7-853A-48491C150E6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431" b="9870"/>
          <a:stretch>
            <a:fillRect/>
          </a:stretch>
        </p:blipFill>
        <p:spPr>
          <a:xfrm>
            <a:off x="8385316" y="4034306"/>
            <a:ext cx="2257442" cy="547219"/>
          </a:xfrm>
          <a:prstGeom prst="rect">
            <a:avLst/>
          </a:prstGeom>
        </p:spPr>
      </p:pic>
      <p:pic>
        <p:nvPicPr>
          <p:cNvPr id="42" name="Resim 41">
            <a:extLst>
              <a:ext uri="{FF2B5EF4-FFF2-40B4-BE49-F238E27FC236}">
                <a16:creationId xmlns:a16="http://schemas.microsoft.com/office/drawing/2014/main" id="{E7B07E74-106D-0710-36A3-79D889F0320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887" t="15317" r="6354" b="16808"/>
          <a:stretch>
            <a:fillRect/>
          </a:stretch>
        </p:blipFill>
        <p:spPr>
          <a:xfrm>
            <a:off x="8477250" y="4759689"/>
            <a:ext cx="1718453" cy="672372"/>
          </a:xfrm>
          <a:prstGeom prst="rect">
            <a:avLst/>
          </a:prstGeom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A21A3084-09E1-1158-10D4-361CAD7505F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697" b="6414"/>
          <a:stretch>
            <a:fillRect/>
          </a:stretch>
        </p:blipFill>
        <p:spPr>
          <a:xfrm>
            <a:off x="8477250" y="2701072"/>
            <a:ext cx="1924064" cy="55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2">
            <a:extLst>
              <a:ext uri="{FF2B5EF4-FFF2-40B4-BE49-F238E27FC236}">
                <a16:creationId xmlns:a16="http://schemas.microsoft.com/office/drawing/2014/main" id="{48D68F8D-F42F-4BE1-97D6-46DC1441B39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sonunda ana çalışma için dört karar vereceğiz</a:t>
            </a:r>
          </a:p>
        </p:txBody>
      </p:sp>
      <p:sp>
        <p:nvSpPr>
          <p:cNvPr id="2" name="title-rule-12">
            <a:extLst>
              <a:ext uri="{FF2B5EF4-FFF2-40B4-BE49-F238E27FC236}">
                <a16:creationId xmlns:a16="http://schemas.microsoft.com/office/drawing/2014/main" id="{05585306-C06D-4A51-898C-B89A7C4F0255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12">
            <a:extLst>
              <a:ext uri="{FF2B5EF4-FFF2-40B4-BE49-F238E27FC236}">
                <a16:creationId xmlns:a16="http://schemas.microsoft.com/office/drawing/2014/main" id="{844B7633-C4DF-40DA-AD37-5988319CF6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583" lnSpcReduction="1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0856A6A-BBB4-4A3E-BA26-516E61DAAA74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6F1647B-B578-4ECA-9A31-39E78012A9F3}"/>
              </a:ext>
            </a:extLst>
          </p:cNvPr>
          <p:cNvSpPr>
            <a:spLocks noGrp="1"/>
          </p:cNvSpPr>
          <p:nvPr/>
        </p:nvSpPr>
        <p:spPr>
          <a:xfrm>
            <a:off x="1390650" y="15240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Teknik uygulanabilirlik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9431D6D-BC5F-4FA3-B90E-6B0BE2505E57}"/>
              </a:ext>
            </a:extLst>
          </p:cNvPr>
          <p:cNvSpPr>
            <a:spLocks noGrp="1"/>
          </p:cNvSpPr>
          <p:nvPr/>
        </p:nvSpPr>
        <p:spPr>
          <a:xfrm>
            <a:off x="1390650" y="2114550"/>
            <a:ext cx="428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%25 noise dahil kararlı 60 Hz korunuyor mu?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D828CC7D-F7F2-4F44-9B58-C023FDCAA2B1}"/>
              </a:ext>
            </a:extLst>
          </p:cNvPr>
          <p:cNvSpPr>
            <a:spLocks noGrp="1"/>
          </p:cNvSpPr>
          <p:nvPr/>
        </p:nvSpPr>
        <p:spPr>
          <a:xfrm>
            <a:off x="533400" y="3138488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5F7CF13-7E56-46FA-A8AE-685F40FBA758}"/>
              </a:ext>
            </a:extLst>
          </p:cNvPr>
          <p:cNvSpPr>
            <a:spLocks noGrp="1"/>
          </p:cNvSpPr>
          <p:nvPr/>
        </p:nvSpPr>
        <p:spPr>
          <a:xfrm>
            <a:off x="6153150" y="15240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D379796-5671-4F10-92B5-C802EA4770FB}"/>
              </a:ext>
            </a:extLst>
          </p:cNvPr>
          <p:cNvSpPr>
            <a:spLocks noGrp="1"/>
          </p:cNvSpPr>
          <p:nvPr/>
        </p:nvSpPr>
        <p:spPr>
          <a:xfrm>
            <a:off x="7010400" y="15240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Görev zorluğu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7DACAB2-89F2-4C40-B0A2-93F8143CEF58}"/>
              </a:ext>
            </a:extLst>
          </p:cNvPr>
          <p:cNvSpPr>
            <a:spLocks noGrp="1"/>
          </p:cNvSpPr>
          <p:nvPr/>
        </p:nvSpPr>
        <p:spPr>
          <a:xfrm>
            <a:off x="7010400" y="2114550"/>
            <a:ext cx="428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15 saniyede yeterli varyans var mı; floor/ceiling oluşuyor mu?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F385AD2D-1B10-44EF-99DB-A072D5E50FCA}"/>
              </a:ext>
            </a:extLst>
          </p:cNvPr>
          <p:cNvSpPr>
            <a:spLocks noGrp="1"/>
          </p:cNvSpPr>
          <p:nvPr/>
        </p:nvSpPr>
        <p:spPr>
          <a:xfrm>
            <a:off x="6153150" y="3138488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324A37F-407F-4FD4-8ADA-14D55BEAF4C4}"/>
              </a:ext>
            </a:extLst>
          </p:cNvPr>
          <p:cNvSpPr>
            <a:spLocks noGrp="1"/>
          </p:cNvSpPr>
          <p:nvPr/>
        </p:nvSpPr>
        <p:spPr>
          <a:xfrm>
            <a:off x="533400" y="3667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250F4C4-CFD9-4C09-8663-2D360FBBF700}"/>
              </a:ext>
            </a:extLst>
          </p:cNvPr>
          <p:cNvSpPr>
            <a:spLocks noGrp="1"/>
          </p:cNvSpPr>
          <p:nvPr/>
        </p:nvSpPr>
        <p:spPr>
          <a:xfrm>
            <a:off x="1390650" y="3667125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Noise aralığı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00488BF-A0D6-459D-8CFB-FF64D3F3B530}"/>
              </a:ext>
            </a:extLst>
          </p:cNvPr>
          <p:cNvSpPr>
            <a:spLocks noGrp="1"/>
          </p:cNvSpPr>
          <p:nvPr/>
        </p:nvSpPr>
        <p:spPr>
          <a:xfrm>
            <a:off x="1390650" y="4257675"/>
            <a:ext cx="428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0–2–5–8–25% seviyeleri U-biçimini örnekliyor mu?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8336F57D-DE6F-4890-8F60-1EBFB07E5427}"/>
              </a:ext>
            </a:extLst>
          </p:cNvPr>
          <p:cNvSpPr>
            <a:spLocks noGrp="1"/>
          </p:cNvSpPr>
          <p:nvPr/>
        </p:nvSpPr>
        <p:spPr>
          <a:xfrm>
            <a:off x="533400" y="5281613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A085BC5-B872-4FC2-972F-B6EBE70C8FE9}"/>
              </a:ext>
            </a:extLst>
          </p:cNvPr>
          <p:cNvSpPr>
            <a:spLocks noGrp="1"/>
          </p:cNvSpPr>
          <p:nvPr/>
        </p:nvSpPr>
        <p:spPr>
          <a:xfrm>
            <a:off x="6153150" y="3667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9005585-B738-42D9-994F-027957E0F326}"/>
              </a:ext>
            </a:extLst>
          </p:cNvPr>
          <p:cNvSpPr>
            <a:spLocks noGrp="1"/>
          </p:cNvSpPr>
          <p:nvPr/>
        </p:nvSpPr>
        <p:spPr>
          <a:xfrm>
            <a:off x="7010400" y="3667125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 çalışma planı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547070B-7065-40C9-B141-F9292BA5BEED}"/>
              </a:ext>
            </a:extLst>
          </p:cNvPr>
          <p:cNvSpPr>
            <a:spLocks noGrp="1"/>
          </p:cNvSpPr>
          <p:nvPr/>
        </p:nvSpPr>
        <p:spPr>
          <a:xfrm>
            <a:off x="7010400" y="4257675"/>
            <a:ext cx="428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Etki büyüklüğü ve varyans hangi örneklem büyüklüğünü gerektiriyor?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485ED934-ADDE-4F99-B583-4201B7E7D19A}"/>
              </a:ext>
            </a:extLst>
          </p:cNvPr>
          <p:cNvSpPr>
            <a:spLocks noGrp="1"/>
          </p:cNvSpPr>
          <p:nvPr/>
        </p:nvSpPr>
        <p:spPr>
          <a:xfrm>
            <a:off x="6153150" y="5281613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decision-close">
            <a:extLst>
              <a:ext uri="{FF2B5EF4-FFF2-40B4-BE49-F238E27FC236}">
                <a16:creationId xmlns:a16="http://schemas.microsoft.com/office/drawing/2014/main" id="{E5D1935B-E285-462A-9DCE-D9191B3B4A3E}"/>
              </a:ext>
            </a:extLst>
          </p:cNvPr>
          <p:cNvSpPr>
            <a:spLocks noGrp="1"/>
          </p:cNvSpPr>
          <p:nvPr/>
        </p:nvSpPr>
        <p:spPr>
          <a:xfrm>
            <a:off x="533400" y="5857875"/>
            <a:ext cx="11125200" cy="5238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B876DED-35F7-4165-A881-937507252EA6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1071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Pilotun amacı hipotezi kesin kanıtlamak değil; ana deneyin güvenilir ve analiz edilebilir olduğunu göstermektir.</a:t>
            </a:r>
          </a:p>
        </p:txBody>
      </p:sp>
    </p:spTree>
    <p:extLst>
      <p:ext uri="{BB962C8B-B14F-4D97-AF65-F5344CB8AC3E}">
        <p14:creationId xmlns:p14="http://schemas.microsoft.com/office/powerpoint/2010/main" val="19639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-13">
            <a:extLst>
              <a:ext uri="{FF2B5EF4-FFF2-40B4-BE49-F238E27FC236}">
                <a16:creationId xmlns:a16="http://schemas.microsoft.com/office/drawing/2014/main" id="{A3FFD8C8-2AEF-4947-AFE0-6D3D7450D71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Kaynaklar ve proje çıktısı</a:t>
            </a:r>
          </a:p>
        </p:txBody>
      </p:sp>
      <p:sp>
        <p:nvSpPr>
          <p:cNvPr id="2" name="title-rule-13">
            <a:extLst>
              <a:ext uri="{FF2B5EF4-FFF2-40B4-BE49-F238E27FC236}">
                <a16:creationId xmlns:a16="http://schemas.microsoft.com/office/drawing/2014/main" id="{80B9949F-52FD-405E-9D2D-DBEDDAB35CA0}"/>
              </a:ext>
            </a:extLst>
          </p:cNvPr>
          <p:cNvSpPr>
            <a:spLocks noGrp="1"/>
          </p:cNvSpPr>
          <p:nvPr/>
        </p:nvSpPr>
        <p:spPr>
          <a:xfrm>
            <a:off x="533400" y="106203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page-13">
            <a:extLst>
              <a:ext uri="{FF2B5EF4-FFF2-40B4-BE49-F238E27FC236}">
                <a16:creationId xmlns:a16="http://schemas.microsoft.com/office/drawing/2014/main" id="{16257ADF-D02A-4EE1-AA2B-FBAA8F611CE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583" lnSpcReduction="10000"/>
          </a:bodyPr>
          <a:lstStyle/>
          <a:p>
            <a:pPr algn="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BF76FB-5878-4E48-8CF1-EDFCCF8D9032}"/>
              </a:ext>
            </a:extLst>
          </p:cNvPr>
          <p:cNvSpPr>
            <a:spLocks noGrp="1"/>
          </p:cNvSpPr>
          <p:nvPr/>
        </p:nvSpPr>
        <p:spPr>
          <a:xfrm>
            <a:off x="533400" y="12858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Ludolph, Giese &amp; Ilg (2017)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F755FC2-F543-42FE-86E6-2014F8CED20B}"/>
              </a:ext>
            </a:extLst>
          </p:cNvPr>
          <p:cNvSpPr>
            <a:spLocks noGrp="1"/>
          </p:cNvSpPr>
          <p:nvPr/>
        </p:nvSpPr>
        <p:spPr>
          <a:xfrm>
            <a:off x="5334000" y="12858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Scientific Reports 7:13191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92BCBA7-720B-480E-94A3-06DB1CDCBE13}"/>
              </a:ext>
            </a:extLst>
          </p:cNvPr>
          <p:cNvSpPr>
            <a:spLocks noGrp="1"/>
          </p:cNvSpPr>
          <p:nvPr/>
        </p:nvSpPr>
        <p:spPr>
          <a:xfrm>
            <a:off x="8143875" y="12858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doi.org/10.1038/s41598-017-13510-0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43D4DEAD-CBEE-4680-B7C7-1373EC38AF8F}"/>
              </a:ext>
            </a:extLst>
          </p:cNvPr>
          <p:cNvSpPr>
            <a:spLocks noGrp="1"/>
          </p:cNvSpPr>
          <p:nvPr/>
        </p:nvSpPr>
        <p:spPr>
          <a:xfrm>
            <a:off x="533400" y="17954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E21F3FA-C04E-46C9-B2AF-C79B52A00D47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Tanaka, Minami &amp; Ishikawa (2025)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BDE3F4B-8D6D-4FFC-909D-253865680D2F}"/>
              </a:ext>
            </a:extLst>
          </p:cNvPr>
          <p:cNvSpPr>
            <a:spLocks noGrp="1"/>
          </p:cNvSpPr>
          <p:nvPr/>
        </p:nvSpPr>
        <p:spPr>
          <a:xfrm>
            <a:off x="5334000" y="20859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IEEE Access 13:93566–93573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2B9B653-29F5-46B6-AE87-10270B3F859F}"/>
              </a:ext>
            </a:extLst>
          </p:cNvPr>
          <p:cNvSpPr>
            <a:spLocks noGrp="1"/>
          </p:cNvSpPr>
          <p:nvPr/>
        </p:nvSpPr>
        <p:spPr>
          <a:xfrm>
            <a:off x="8143875" y="20859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doi.org/10.1109/ACCESS.2025.3572082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3D5D4C0B-55A5-4D43-AFB4-584EF1325A22}"/>
              </a:ext>
            </a:extLst>
          </p:cNvPr>
          <p:cNvSpPr>
            <a:spLocks noGrp="1"/>
          </p:cNvSpPr>
          <p:nvPr/>
        </p:nvSpPr>
        <p:spPr>
          <a:xfrm>
            <a:off x="533400" y="25955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2863214-7AD5-4C9D-AA4C-4D3EA187C247}"/>
              </a:ext>
            </a:extLst>
          </p:cNvPr>
          <p:cNvSpPr>
            <a:spLocks noGrp="1"/>
          </p:cNvSpPr>
          <p:nvPr/>
        </p:nvSpPr>
        <p:spPr>
          <a:xfrm>
            <a:off x="533400" y="28860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Treviño, De la Torre-Valdovinos &amp; Manjarrez (2016)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AF78FBD-3563-4007-97B0-4D2F3E416D7F}"/>
              </a:ext>
            </a:extLst>
          </p:cNvPr>
          <p:cNvSpPr>
            <a:spLocks noGrp="1"/>
          </p:cNvSpPr>
          <p:nvPr/>
        </p:nvSpPr>
        <p:spPr>
          <a:xfrm>
            <a:off x="5334000" y="28860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09" lnSpcReduction="10000"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Frontiers in Human Neuroscience 10:572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9698AC7-01EC-42A0-96D8-81015BE817FC}"/>
              </a:ext>
            </a:extLst>
          </p:cNvPr>
          <p:cNvSpPr>
            <a:spLocks noGrp="1"/>
          </p:cNvSpPr>
          <p:nvPr/>
        </p:nvSpPr>
        <p:spPr>
          <a:xfrm>
            <a:off x="8143875" y="28860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doi.org/10.3389/fnhum.2016.00572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2D047837-D04A-41F4-9D4A-24D854B489A9}"/>
              </a:ext>
            </a:extLst>
          </p:cNvPr>
          <p:cNvSpPr>
            <a:spLocks noGrp="1"/>
          </p:cNvSpPr>
          <p:nvPr/>
        </p:nvSpPr>
        <p:spPr>
          <a:xfrm>
            <a:off x="533400" y="33956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30FA143-F675-4696-B940-D462744F3BAB}"/>
              </a:ext>
            </a:extLst>
          </p:cNvPr>
          <p:cNvSpPr>
            <a:spLocks noGrp="1"/>
          </p:cNvSpPr>
          <p:nvPr/>
        </p:nvSpPr>
        <p:spPr>
          <a:xfrm>
            <a:off x="533400" y="36861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PsychoPy vision-science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A43E9E4-14AA-48FC-94A3-A7F067AD6023}"/>
              </a:ext>
            </a:extLst>
          </p:cNvPr>
          <p:cNvSpPr>
            <a:spLocks noGrp="1"/>
          </p:cNvSpPr>
          <p:nvPr/>
        </p:nvSpPr>
        <p:spPr>
          <a:xfrm>
            <a:off x="5334000" y="36861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NoiseStim documentation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CEC03C2-BC5C-44C4-9BF3-2D523BA87F45}"/>
              </a:ext>
            </a:extLst>
          </p:cNvPr>
          <p:cNvSpPr>
            <a:spLocks noGrp="1"/>
          </p:cNvSpPr>
          <p:nvPr/>
        </p:nvSpPr>
        <p:spPr>
          <a:xfrm>
            <a:off x="8143875" y="36861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psychopy.github.io/psychopy-visionscience/coder/NoiseStim/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7A0D6D94-5A2B-498D-86EB-98E20602315D}"/>
              </a:ext>
            </a:extLst>
          </p:cNvPr>
          <p:cNvSpPr>
            <a:spLocks noGrp="1"/>
          </p:cNvSpPr>
          <p:nvPr/>
        </p:nvSpPr>
        <p:spPr>
          <a:xfrm>
            <a:off x="533400" y="41957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429076D-C84D-4308-BA5E-A2D2F9D7C877}"/>
              </a:ext>
            </a:extLst>
          </p:cNvPr>
          <p:cNvSpPr>
            <a:spLocks noGrp="1"/>
          </p:cNvSpPr>
          <p:nvPr/>
        </p:nvSpPr>
        <p:spPr>
          <a:xfrm>
            <a:off x="533400" y="44862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PsychoPy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6B0C66DA-874F-4FBC-BE73-93DDAA325D79}"/>
              </a:ext>
            </a:extLst>
          </p:cNvPr>
          <p:cNvSpPr>
            <a:spLocks noGrp="1"/>
          </p:cNvSpPr>
          <p:nvPr/>
        </p:nvSpPr>
        <p:spPr>
          <a:xfrm>
            <a:off x="5334000" y="44862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Timing and synchronisation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84928D18-DEEF-4168-9FBD-B4288A9893D8}"/>
              </a:ext>
            </a:extLst>
          </p:cNvPr>
          <p:cNvSpPr>
            <a:spLocks noGrp="1"/>
          </p:cNvSpPr>
          <p:nvPr/>
        </p:nvSpPr>
        <p:spPr>
          <a:xfrm>
            <a:off x="8143875" y="44862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psychopy.org/general/timing/</a:t>
            </a:r>
          </a:p>
        </p:txBody>
      </p:sp>
      <p:sp>
        <p:nvSpPr>
          <p:cNvPr id="23" name="line">
            <a:extLst>
              <a:ext uri="{FF2B5EF4-FFF2-40B4-BE49-F238E27FC236}">
                <a16:creationId xmlns:a16="http://schemas.microsoft.com/office/drawing/2014/main" id="{1ED137C8-ED9A-40B9-8E87-0661008F05E3}"/>
              </a:ext>
            </a:extLst>
          </p:cNvPr>
          <p:cNvSpPr>
            <a:spLocks noGrp="1"/>
          </p:cNvSpPr>
          <p:nvPr/>
        </p:nvSpPr>
        <p:spPr>
          <a:xfrm>
            <a:off x="533400" y="49958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FC27AFD8-AEC7-4249-9E3E-635E9343B022}"/>
              </a:ext>
            </a:extLst>
          </p:cNvPr>
          <p:cNvSpPr>
            <a:spLocks noGrp="1"/>
          </p:cNvSpPr>
          <p:nvPr/>
        </p:nvSpPr>
        <p:spPr>
          <a:xfrm>
            <a:off x="533400" y="52863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kodu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642C57D-5950-410C-8C73-46610AABD7CE}"/>
              </a:ext>
            </a:extLst>
          </p:cNvPr>
          <p:cNvSpPr>
            <a:spLocks noGrp="1"/>
          </p:cNvSpPr>
          <p:nvPr/>
        </p:nvSpPr>
        <p:spPr>
          <a:xfrm>
            <a:off x="5334000" y="5286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cartpole_noise_pilot_final.py v1.3.0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54E256B3-095F-4A75-8888-8B0810C3ACD6}"/>
              </a:ext>
            </a:extLst>
          </p:cNvPr>
          <p:cNvSpPr>
            <a:spLocks noGrp="1"/>
          </p:cNvSpPr>
          <p:nvPr/>
        </p:nvSpPr>
        <p:spPr>
          <a:xfrm>
            <a:off x="8143875" y="528637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PsychoPy Coder + psychopy-visionscience</a:t>
            </a:r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7C58BBC7-1E8B-47EA-B01C-103D2C35D3F6}"/>
              </a:ext>
            </a:extLst>
          </p:cNvPr>
          <p:cNvSpPr>
            <a:spLocks noGrp="1"/>
          </p:cNvSpPr>
          <p:nvPr/>
        </p:nvSpPr>
        <p:spPr>
          <a:xfrm>
            <a:off x="533400" y="5795963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49451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Microsoft Office PowerPoint</Application>
  <DocSecurity>0</DocSecurity>
  <PresentationFormat>Geniş ekran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elif haney</cp:lastModifiedBy>
  <cp:revision>1</cp:revision>
  <dcterms:created xsi:type="dcterms:W3CDTF">2026-08-17T11:22:58Z</dcterms:created>
  <dcterms:modified xsi:type="dcterms:W3CDTF">2026-08-18T09:06:42Z</dcterms:modified>
</cp:coreProperties>
</file>